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534" r:id="rId2"/>
    <p:sldId id="624" r:id="rId3"/>
    <p:sldId id="659" r:id="rId4"/>
    <p:sldId id="614" r:id="rId5"/>
    <p:sldId id="615" r:id="rId6"/>
    <p:sldId id="616" r:id="rId7"/>
    <p:sldId id="641" r:id="rId8"/>
    <p:sldId id="642" r:id="rId9"/>
    <p:sldId id="643" r:id="rId10"/>
    <p:sldId id="617" r:id="rId11"/>
    <p:sldId id="644" r:id="rId12"/>
    <p:sldId id="645" r:id="rId13"/>
    <p:sldId id="646" r:id="rId14"/>
    <p:sldId id="661" r:id="rId15"/>
    <p:sldId id="647" r:id="rId16"/>
    <p:sldId id="619" r:id="rId17"/>
    <p:sldId id="650" r:id="rId18"/>
    <p:sldId id="652" r:id="rId19"/>
    <p:sldId id="651" r:id="rId20"/>
    <p:sldId id="620" r:id="rId21"/>
    <p:sldId id="653" r:id="rId22"/>
    <p:sldId id="621" r:id="rId23"/>
    <p:sldId id="654" r:id="rId24"/>
    <p:sldId id="622" r:id="rId25"/>
    <p:sldId id="655" r:id="rId26"/>
    <p:sldId id="656" r:id="rId27"/>
    <p:sldId id="657" r:id="rId28"/>
    <p:sldId id="660" r:id="rId29"/>
    <p:sldId id="662" r:id="rId30"/>
  </p:sldIdLst>
  <p:sldSz cx="9144000" cy="6858000" type="screen4x3"/>
  <p:notesSz cx="6858000" cy="9296400"/>
  <p:defaultTextStyle>
    <a:defPPr>
      <a:defRPr lang="en-US"/>
    </a:defPPr>
    <a:lvl1pPr algn="ctr" rtl="0" eaLnBrk="0" fontAlgn="base" hangingPunct="0">
      <a:spcBef>
        <a:spcPct val="50000"/>
      </a:spcBef>
      <a:spcAft>
        <a:spcPct val="0"/>
      </a:spcAft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1pPr>
    <a:lvl2pPr marL="457200" algn="ctr" rtl="0" eaLnBrk="0" fontAlgn="base" hangingPunct="0">
      <a:spcBef>
        <a:spcPct val="50000"/>
      </a:spcBef>
      <a:spcAft>
        <a:spcPct val="0"/>
      </a:spcAft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2pPr>
    <a:lvl3pPr marL="914400" algn="ctr" rtl="0" eaLnBrk="0" fontAlgn="base" hangingPunct="0">
      <a:spcBef>
        <a:spcPct val="50000"/>
      </a:spcBef>
      <a:spcAft>
        <a:spcPct val="0"/>
      </a:spcAft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3pPr>
    <a:lvl4pPr marL="1371600" algn="ctr" rtl="0" eaLnBrk="0" fontAlgn="base" hangingPunct="0">
      <a:spcBef>
        <a:spcPct val="50000"/>
      </a:spcBef>
      <a:spcAft>
        <a:spcPct val="0"/>
      </a:spcAft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4pPr>
    <a:lvl5pPr marL="1828800" algn="ctr" rtl="0" eaLnBrk="0" fontAlgn="base" hangingPunct="0">
      <a:spcBef>
        <a:spcPct val="50000"/>
      </a:spcBef>
      <a:spcAft>
        <a:spcPct val="0"/>
      </a:spcAft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5pPr>
    <a:lvl6pPr marL="2286000" algn="l" defTabSz="914400" rtl="0" eaLnBrk="1" latinLnBrk="0" hangingPunct="1"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6pPr>
    <a:lvl7pPr marL="2743200" algn="l" defTabSz="914400" rtl="0" eaLnBrk="1" latinLnBrk="0" hangingPunct="1"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7pPr>
    <a:lvl8pPr marL="3200400" algn="l" defTabSz="914400" rtl="0" eaLnBrk="1" latinLnBrk="0" hangingPunct="1"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8pPr>
    <a:lvl9pPr marL="3657600" algn="l" defTabSz="914400" rtl="0" eaLnBrk="1" latinLnBrk="0" hangingPunct="1"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orient="horz" pos="2880">
          <p15:clr>
            <a:srgbClr val="A4A3A4"/>
          </p15:clr>
        </p15:guide>
        <p15:guide id="3" orient="horz" pos="2256">
          <p15:clr>
            <a:srgbClr val="A4A3A4"/>
          </p15:clr>
        </p15:guide>
        <p15:guide id="4" pos="1920">
          <p15:clr>
            <a:srgbClr val="A4A3A4"/>
          </p15:clr>
        </p15:guide>
        <p15:guide id="5" pos="144">
          <p15:clr>
            <a:srgbClr val="A4A3A4"/>
          </p15:clr>
        </p15:guide>
        <p15:guide id="6" pos="55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0C4"/>
    <a:srgbClr val="E5F0F7"/>
    <a:srgbClr val="C6D4DD"/>
    <a:srgbClr val="FFFFFF"/>
    <a:srgbClr val="FF6846"/>
    <a:srgbClr val="13F0B6"/>
    <a:srgbClr val="39FF4F"/>
    <a:srgbClr val="003366"/>
    <a:srgbClr val="FF204A"/>
    <a:srgbClr val="17FF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Orta Stil 2 - Vurgu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Orta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83"/>
    <p:restoredTop sz="92737"/>
  </p:normalViewPr>
  <p:slideViewPr>
    <p:cSldViewPr>
      <p:cViewPr varScale="1">
        <p:scale>
          <a:sx n="104" d="100"/>
          <a:sy n="104" d="100"/>
        </p:scale>
        <p:origin x="2120" y="208"/>
      </p:cViewPr>
      <p:guideLst>
        <p:guide orient="horz" pos="912"/>
        <p:guide orient="horz" pos="2880"/>
        <p:guide orient="horz" pos="2256"/>
        <p:guide pos="1920"/>
        <p:guide pos="144"/>
        <p:guide pos="55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00" d="100"/>
          <a:sy n="100" d="100"/>
        </p:scale>
        <p:origin x="1752" y="-728"/>
      </p:cViewPr>
      <p:guideLst>
        <p:guide orient="horz" pos="2928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t" anchorCtr="0" compatLnSpc="1">
            <a:prstTxWarp prst="textNoShape">
              <a:avLst/>
            </a:prstTxWarp>
          </a:bodyPr>
          <a:lstStyle>
            <a:lvl1pPr algn="l" defTabSz="928688">
              <a:defRPr sz="1200" b="1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18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t" anchorCtr="0" compatLnSpc="1">
            <a:prstTxWarp prst="textNoShape">
              <a:avLst/>
            </a:prstTxWarp>
          </a:bodyPr>
          <a:lstStyle>
            <a:lvl1pPr algn="r" defTabSz="928688">
              <a:defRPr sz="1200" b="1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18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297180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b" anchorCtr="0" compatLnSpc="1">
            <a:prstTxWarp prst="textNoShape">
              <a:avLst/>
            </a:prstTxWarp>
          </a:bodyPr>
          <a:lstStyle>
            <a:lvl1pPr algn="l" defTabSz="928688">
              <a:defRPr sz="1200" b="1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18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831263"/>
            <a:ext cx="297180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b" anchorCtr="0" compatLnSpc="1">
            <a:prstTxWarp prst="textNoShape">
              <a:avLst/>
            </a:prstTxWarp>
          </a:bodyPr>
          <a:lstStyle>
            <a:lvl1pPr algn="r" defTabSz="928688">
              <a:defRPr sz="1200" b="1"/>
            </a:lvl1pPr>
          </a:lstStyle>
          <a:p>
            <a:fld id="{91518750-F457-B341-9F07-6B957F51EBDC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5463261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t" anchorCtr="0" compatLnSpc="1">
            <a:prstTxWarp prst="textNoShape">
              <a:avLst/>
            </a:prstTxWarp>
          </a:bodyPr>
          <a:lstStyle>
            <a:lvl1pPr algn="l" defTabSz="928688">
              <a:defRPr sz="1200" b="1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t" anchorCtr="0" compatLnSpc="1">
            <a:prstTxWarp prst="textNoShape">
              <a:avLst/>
            </a:prstTxWarp>
          </a:bodyPr>
          <a:lstStyle>
            <a:lvl1pPr algn="r" defTabSz="928688">
              <a:defRPr sz="1200" b="1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49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TR"/>
          </a:p>
        </p:txBody>
      </p:sp>
      <p:sp>
        <p:nvSpPr>
          <p:cNvPr id="164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16425"/>
            <a:ext cx="5032375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4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297180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b" anchorCtr="0" compatLnSpc="1">
            <a:prstTxWarp prst="textNoShape">
              <a:avLst/>
            </a:prstTxWarp>
          </a:bodyPr>
          <a:lstStyle>
            <a:lvl1pPr algn="l" defTabSz="928688">
              <a:defRPr sz="1200" b="1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4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831263"/>
            <a:ext cx="297180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b" anchorCtr="0" compatLnSpc="1">
            <a:prstTxWarp prst="textNoShape">
              <a:avLst/>
            </a:prstTxWarp>
          </a:bodyPr>
          <a:lstStyle>
            <a:lvl1pPr algn="r" defTabSz="928688">
              <a:defRPr sz="1200" b="1"/>
            </a:lvl1pPr>
          </a:lstStyle>
          <a:p>
            <a:fld id="{5AD73B75-5514-634D-93C0-7FBBD93E1B6E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0014714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pitchFamily="-110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1pPr>
            <a:lvl2pPr marL="742950" indent="-285750" defTabSz="928688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2pPr>
            <a:lvl3pPr marL="1143000" indent="-228600" defTabSz="928688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3pPr>
            <a:lvl4pPr marL="1600200" indent="-228600" defTabSz="928688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4pPr>
            <a:lvl5pPr marL="2057400" indent="-228600" defTabSz="928688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5pPr>
            <a:lvl6pPr marL="2514600" indent="-228600" algn="ctr" defTabSz="928688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6pPr>
            <a:lvl7pPr marL="2971800" indent="-228600" algn="ctr" defTabSz="928688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7pPr>
            <a:lvl8pPr marL="3429000" indent="-228600" algn="ctr" defTabSz="928688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8pPr>
            <a:lvl9pPr marL="3886200" indent="-228600" algn="ctr" defTabSz="928688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9pPr>
          </a:lstStyle>
          <a:p>
            <a:fld id="{16030AE9-2274-E442-908D-5F5AD7F6653C}" type="slidenum">
              <a:rPr lang="en-US" altLang="tr-TR" sz="1200"/>
              <a:pPr/>
              <a:t>1</a:t>
            </a:fld>
            <a:endParaRPr lang="en-US" altLang="tr-TR" sz="1200"/>
          </a:p>
        </p:txBody>
      </p:sp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9025" y="682625"/>
            <a:ext cx="4667250" cy="3500438"/>
          </a:xfrm>
          <a:ln/>
        </p:spPr>
        <p:txBody>
          <a:bodyPr/>
          <a:lstStyle/>
          <a:p>
            <a:endParaRPr lang="en-T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3763" y="4413250"/>
            <a:ext cx="5059362" cy="4187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tr-TR" altLang="tr-TR">
              <a:latin typeface="Times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1610827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063202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3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775795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4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142905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5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8810149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6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4290556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7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9629879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8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812145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9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6413789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10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7737416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11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730306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12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5236041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13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4534543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A5B3D-7C89-EE2D-E024-4769F8117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C2C4F0-4F85-5D57-A8C7-4B7223CFA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A917DF-5909-1554-88D4-F5203875F8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50C4F-A6D9-97CB-6BB7-60AB79916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14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6857771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15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8995895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16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8016077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17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627686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18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0175172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19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0935698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20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7439541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21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1615981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22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6760400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23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7012910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24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6665807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25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2850381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26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4510621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27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6845946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6108C-C6C2-D928-495E-F1405A33E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8C031-76A0-A8F6-80D4-86D736C0B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DC2EA4-0179-8D51-E465-CA6442A07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DD39C-F3C8-1A90-27D8-CE3DE9ED46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28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9816135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49AD2-659D-84E4-E52D-5925EFF52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0AD72-27ED-F59F-FEDC-4ABEE523A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7B782D-1B96-46BE-18E2-3F31FE36D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1224E-0F89-DE85-6C90-03B97CB0C4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29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848316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46452"/>
            <a:ext cx="7772400" cy="553998"/>
          </a:xfrm>
        </p:spPr>
        <p:txBody>
          <a:bodyPr/>
          <a:lstStyle>
            <a:lvl1pPr>
              <a:defRPr>
                <a:solidFill>
                  <a:srgbClr val="FF4342"/>
                </a:solidFill>
                <a:latin typeface="Tahoma" charset="0"/>
                <a:ea typeface="Tahoma" charset="0"/>
                <a:cs typeface="Tahom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Tahoma" charset="0"/>
                <a:ea typeface="Tahoma" charset="0"/>
                <a:cs typeface="Tahoma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94703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204A"/>
                </a:solidFill>
                <a:latin typeface="Tahoma" charset="0"/>
                <a:ea typeface="Tahoma" charset="0"/>
                <a:cs typeface="Tahoma" charset="0"/>
              </a:defRPr>
            </a:lvl1pPr>
          </a:lstStyle>
          <a:p>
            <a:r>
              <a:rPr lang="tr-TR" dirty="0" err="1"/>
              <a:t>Click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edit</a:t>
            </a:r>
            <a:r>
              <a:rPr lang="tr-TR" dirty="0"/>
              <a:t> Master </a:t>
            </a:r>
            <a:r>
              <a:rPr lang="tr-TR" dirty="0" err="1"/>
              <a:t>title</a:t>
            </a:r>
            <a:r>
              <a:rPr lang="tr-TR" dirty="0"/>
              <a:t> </a:t>
            </a:r>
            <a:r>
              <a:rPr lang="tr-TR" dirty="0" err="1"/>
              <a:t>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81600"/>
          </a:xfrm>
        </p:spPr>
        <p:txBody>
          <a:bodyPr/>
          <a:lstStyle>
            <a:lvl1pPr>
              <a:defRPr sz="2200">
                <a:solidFill>
                  <a:srgbClr val="000000"/>
                </a:solidFill>
                <a:latin typeface="Tahoma" charset="0"/>
                <a:ea typeface="Tahoma" charset="0"/>
                <a:cs typeface="Tahoma" charset="0"/>
              </a:defRPr>
            </a:lvl1pPr>
            <a:lvl2pPr>
              <a:defRPr sz="1800">
                <a:solidFill>
                  <a:srgbClr val="000000"/>
                </a:solidFill>
                <a:latin typeface="Tahoma" charset="0"/>
                <a:ea typeface="Tahoma" charset="0"/>
                <a:cs typeface="Tahoma" charset="0"/>
              </a:defRPr>
            </a:lvl2pPr>
            <a:lvl3pPr>
              <a:defRPr sz="1600">
                <a:solidFill>
                  <a:srgbClr val="000000"/>
                </a:solidFill>
                <a:latin typeface="Tahoma" charset="0"/>
                <a:ea typeface="Tahoma" charset="0"/>
                <a:cs typeface="Tahoma" charset="0"/>
              </a:defRPr>
            </a:lvl3pPr>
            <a:lvl4pPr>
              <a:defRPr sz="1400">
                <a:solidFill>
                  <a:srgbClr val="000000"/>
                </a:solidFill>
                <a:latin typeface="Tahoma" charset="0"/>
                <a:ea typeface="Tahoma" charset="0"/>
                <a:cs typeface="Tahoma" charset="0"/>
              </a:defRPr>
            </a:lvl4pPr>
            <a:lvl5pPr>
              <a:defRPr sz="1400" baseline="0">
                <a:solidFill>
                  <a:srgbClr val="000000"/>
                </a:solidFill>
                <a:latin typeface="Tahoma" charset="0"/>
                <a:ea typeface="Tahoma" charset="0"/>
                <a:cs typeface="Tahoma" charset="0"/>
              </a:defRPr>
            </a:lvl5pPr>
          </a:lstStyle>
          <a:p>
            <a:pPr lvl="0"/>
            <a:r>
              <a:rPr lang="tr-TR" dirty="0"/>
              <a:t>Click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edit</a:t>
            </a:r>
            <a:r>
              <a:rPr lang="tr-TR" dirty="0"/>
              <a:t> Master </a:t>
            </a:r>
            <a:r>
              <a:rPr lang="tr-TR" dirty="0" err="1"/>
              <a:t>text</a:t>
            </a:r>
            <a:r>
              <a:rPr lang="tr-TR" dirty="0"/>
              <a:t> </a:t>
            </a:r>
            <a:r>
              <a:rPr lang="tr-TR" dirty="0" err="1"/>
              <a:t>styles</a:t>
            </a:r>
            <a:endParaRPr lang="tr-TR" dirty="0"/>
          </a:p>
          <a:p>
            <a:pPr lvl="1"/>
            <a:r>
              <a:rPr lang="tr-TR" dirty="0"/>
              <a:t>Second </a:t>
            </a:r>
            <a:r>
              <a:rPr lang="tr-TR" dirty="0" err="1"/>
              <a:t>level</a:t>
            </a:r>
            <a:endParaRPr lang="tr-TR" dirty="0"/>
          </a:p>
          <a:p>
            <a:pPr lvl="2"/>
            <a:r>
              <a:rPr lang="tr-TR" dirty="0"/>
              <a:t>Third </a:t>
            </a:r>
            <a:r>
              <a:rPr lang="tr-TR" dirty="0" err="1"/>
              <a:t>level</a:t>
            </a:r>
            <a:endParaRPr lang="tr-TR" dirty="0"/>
          </a:p>
          <a:p>
            <a:pPr lvl="3"/>
            <a:r>
              <a:rPr lang="tr-TR" dirty="0" err="1"/>
              <a:t>Fourth</a:t>
            </a:r>
            <a:r>
              <a:rPr lang="tr-TR" dirty="0"/>
              <a:t> </a:t>
            </a:r>
            <a:r>
              <a:rPr lang="tr-TR" dirty="0" err="1"/>
              <a:t>level</a:t>
            </a:r>
            <a:endParaRPr lang="tr-TR" dirty="0"/>
          </a:p>
          <a:p>
            <a:pPr lvl="4"/>
            <a:r>
              <a:rPr lang="tr-TR" dirty="0" err="1"/>
              <a:t>Fifth</a:t>
            </a:r>
            <a:r>
              <a:rPr lang="tr-TR" dirty="0"/>
              <a:t> </a:t>
            </a:r>
            <a:r>
              <a:rPr lang="tr-TR" dirty="0" err="1"/>
              <a:t>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015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68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0320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8018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53621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8807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8577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6183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0315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00" y="685800"/>
            <a:ext cx="20193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685800"/>
            <a:ext cx="5905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12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0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685800"/>
            <a:ext cx="60960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1027" name="Rectangle 3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Fifth level</a:t>
            </a:r>
          </a:p>
        </p:txBody>
      </p:sp>
      <p:pic>
        <p:nvPicPr>
          <p:cNvPr id="1028" name="Picture 5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9137650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TextBox 4"/>
          <p:cNvSpPr txBox="1">
            <a:spLocks noChangeArrowheads="1"/>
          </p:cNvSpPr>
          <p:nvPr userDrawn="1"/>
        </p:nvSpPr>
        <p:spPr bwMode="auto">
          <a:xfrm>
            <a:off x="6451442" y="6611938"/>
            <a:ext cx="249138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1pPr>
            <a:lvl2pPr marL="742950" indent="-28575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2pPr>
            <a:lvl3pPr marL="11430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3pPr>
            <a:lvl4pPr marL="16002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4pPr>
            <a:lvl5pPr marL="20574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9pPr>
          </a:lstStyle>
          <a:p>
            <a:r>
              <a:rPr lang="en-US" altLang="tr-TR" sz="1000" i="1" dirty="0">
                <a:solidFill>
                  <a:srgbClr val="590000"/>
                </a:solidFill>
              </a:rPr>
              <a:t>Web</a:t>
            </a:r>
            <a:r>
              <a:rPr lang="en-US" altLang="tr-TR" sz="1000" i="1" baseline="0" dirty="0">
                <a:solidFill>
                  <a:srgbClr val="590000"/>
                </a:solidFill>
              </a:rPr>
              <a:t> </a:t>
            </a:r>
            <a:r>
              <a:rPr lang="en-US" altLang="tr-TR" sz="1000" i="1" baseline="0" dirty="0" err="1">
                <a:solidFill>
                  <a:srgbClr val="590000"/>
                </a:solidFill>
              </a:rPr>
              <a:t>Teknolojileri</a:t>
            </a:r>
            <a:r>
              <a:rPr lang="en-US" altLang="tr-TR" sz="1000" i="1" baseline="0" dirty="0">
                <a:solidFill>
                  <a:srgbClr val="590000"/>
                </a:solidFill>
              </a:rPr>
              <a:t> </a:t>
            </a:r>
            <a:r>
              <a:rPr lang="en-US" altLang="tr-TR" sz="1000" i="1" baseline="0" dirty="0" err="1">
                <a:solidFill>
                  <a:srgbClr val="590000"/>
                </a:solidFill>
              </a:rPr>
              <a:t>ve</a:t>
            </a:r>
            <a:r>
              <a:rPr lang="en-US" altLang="tr-TR" sz="1000" i="1" baseline="0" dirty="0">
                <a:solidFill>
                  <a:srgbClr val="590000"/>
                </a:solidFill>
              </a:rPr>
              <a:t> </a:t>
            </a:r>
            <a:r>
              <a:rPr lang="en-US" altLang="tr-TR" sz="1000" i="1" baseline="0" dirty="0" err="1">
                <a:solidFill>
                  <a:srgbClr val="590000"/>
                </a:solidFill>
              </a:rPr>
              <a:t>Programlama</a:t>
            </a:r>
            <a:r>
              <a:rPr lang="en-US" altLang="tr-TR" sz="1000" i="1" dirty="0">
                <a:solidFill>
                  <a:srgbClr val="590000"/>
                </a:solidFill>
              </a:rPr>
              <a:t>, 2016</a:t>
            </a:r>
          </a:p>
        </p:txBody>
      </p:sp>
      <p:sp>
        <p:nvSpPr>
          <p:cNvPr id="1030" name="TextBox 5"/>
          <p:cNvSpPr txBox="1">
            <a:spLocks noChangeArrowheads="1"/>
          </p:cNvSpPr>
          <p:nvPr userDrawn="1"/>
        </p:nvSpPr>
        <p:spPr bwMode="auto">
          <a:xfrm>
            <a:off x="0" y="6611938"/>
            <a:ext cx="314701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1pPr>
            <a:lvl2pPr marL="742950" indent="-28575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2pPr>
            <a:lvl3pPr marL="11430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3pPr>
            <a:lvl4pPr marL="16002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4pPr>
            <a:lvl5pPr marL="20574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9pPr>
          </a:lstStyle>
          <a:p>
            <a:r>
              <a:rPr lang="en-US" altLang="tr-TR" sz="1000" b="1" i="1" dirty="0" err="1">
                <a:solidFill>
                  <a:srgbClr val="590000"/>
                </a:solidFill>
              </a:rPr>
              <a:t>Ders</a:t>
            </a:r>
            <a:r>
              <a:rPr lang="en-US" altLang="tr-TR" sz="1000" b="1" i="1" dirty="0">
                <a:solidFill>
                  <a:srgbClr val="590000"/>
                </a:solidFill>
              </a:rPr>
              <a:t> </a:t>
            </a:r>
            <a:r>
              <a:rPr lang="en-US" altLang="tr-TR" sz="1000" b="1" i="1" dirty="0" err="1">
                <a:solidFill>
                  <a:srgbClr val="590000"/>
                </a:solidFill>
              </a:rPr>
              <a:t>Sunumu</a:t>
            </a:r>
            <a:r>
              <a:rPr lang="en-US" altLang="tr-TR" sz="1000" b="1" i="1" dirty="0">
                <a:solidFill>
                  <a:srgbClr val="590000"/>
                </a:solidFill>
              </a:rPr>
              <a:t>, </a:t>
            </a:r>
            <a:r>
              <a:rPr lang="en-US" altLang="tr-TR" sz="1000" b="1" i="1" dirty="0" err="1">
                <a:solidFill>
                  <a:srgbClr val="590000"/>
                </a:solidFill>
              </a:rPr>
              <a:t>Yrd</a:t>
            </a:r>
            <a:r>
              <a:rPr lang="en-US" altLang="tr-TR" sz="1000" b="1" i="1" dirty="0">
                <a:solidFill>
                  <a:srgbClr val="590000"/>
                </a:solidFill>
              </a:rPr>
              <a:t>. </a:t>
            </a:r>
            <a:r>
              <a:rPr lang="en-US" altLang="tr-TR" sz="1000" b="1" i="1" dirty="0" err="1">
                <a:solidFill>
                  <a:srgbClr val="590000"/>
                </a:solidFill>
              </a:rPr>
              <a:t>Doç</a:t>
            </a:r>
            <a:r>
              <a:rPr lang="en-US" altLang="tr-TR" sz="1000" b="1" i="1" dirty="0">
                <a:solidFill>
                  <a:srgbClr val="590000"/>
                </a:solidFill>
              </a:rPr>
              <a:t>.</a:t>
            </a:r>
            <a:r>
              <a:rPr lang="en-US" altLang="tr-TR" sz="1000" b="1" i="1" baseline="0" dirty="0">
                <a:solidFill>
                  <a:srgbClr val="590000"/>
                </a:solidFill>
              </a:rPr>
              <a:t> Dr. </a:t>
            </a:r>
            <a:r>
              <a:rPr lang="en-US" altLang="tr-TR" sz="1000" b="1" i="1" dirty="0" err="1">
                <a:solidFill>
                  <a:srgbClr val="590000"/>
                </a:solidFill>
              </a:rPr>
              <a:t>Asım</a:t>
            </a:r>
            <a:r>
              <a:rPr lang="en-US" altLang="tr-TR" sz="1000" b="1" i="1" dirty="0">
                <a:solidFill>
                  <a:srgbClr val="590000"/>
                </a:solidFill>
              </a:rPr>
              <a:t> Sinan YÜKSEL</a:t>
            </a:r>
          </a:p>
        </p:txBody>
      </p:sp>
      <p:pic>
        <p:nvPicPr>
          <p:cNvPr id="1031" name="Picture 2" descr="S__leyman_Demirel___niversitesi-logo-034BCFD506-seeklogo.com.png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28575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hlink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hlink"/>
          </a:solidFill>
          <a:latin typeface="+mn-lt"/>
          <a:ea typeface="ＭＳ Ｐゴシック" pitchFamily="-110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hlink"/>
          </a:solidFill>
          <a:latin typeface="+mn-lt"/>
          <a:ea typeface="ＭＳ Ｐゴシック" pitchFamily="-110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hlink"/>
          </a:solidFill>
          <a:latin typeface="+mn-lt"/>
          <a:ea typeface="ＭＳ Ｐゴシック" pitchFamily="-110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  <a:ea typeface="ＭＳ Ｐゴシック" pitchFamily="-110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  <a:ea typeface="ＭＳ Ｐゴシック" pitchFamily="-110" charset="-128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  <a:ea typeface="ＭＳ Ｐゴシック" pitchFamily="-110" charset="-128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  <a:ea typeface="ＭＳ Ｐゴシック" pitchFamily="-110" charset="-128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desandbox.io/s/spring-mountain-lq76gp" TargetMode="Externa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desandbox.io/s/wonderful-yonath-kfv0kv" TargetMode="Externa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desandbox.io/s/reverent-tu-jxt3r2" TargetMode="Externa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desandbox.io/s/state-qyh8yi" TargetMode="Externa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desandbox.io/s/callback-handler-r94ggz" TargetMode="Externa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hyperlink" Target="https://codesandbox.io/s/vibrant-raman-s4gqvd" TargetMode="Externa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desandbox.io/s/practical-nobel-mncxc0" TargetMode="Externa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hyperlink" Target="https://codesandbox.io/s/props-handling-u8stpt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desandbox.io/s/side-effects-l6t0x7" TargetMode="Externa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ffroN_1NzRSBw2qa5vihpXNH25E-xvX3CtIAx85NenQVgUng/viewform?usp=sharing&amp;ouid=114586176249569591668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Box 2"/>
          <p:cNvSpPr txBox="1">
            <a:spLocks noChangeArrowheads="1"/>
          </p:cNvSpPr>
          <p:nvPr/>
        </p:nvSpPr>
        <p:spPr bwMode="auto">
          <a:xfrm>
            <a:off x="396875" y="6683375"/>
            <a:ext cx="1841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1pPr>
            <a:lvl2pPr marL="742950" indent="-28575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2pPr>
            <a:lvl3pPr marL="11430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3pPr>
            <a:lvl4pPr marL="16002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4pPr>
            <a:lvl5pPr marL="20574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9pPr>
          </a:lstStyle>
          <a:p>
            <a:endParaRPr lang="tr-TR" altLang="tr-TR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4288" y="4776"/>
            <a:ext cx="9204696" cy="68653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 err="1"/>
              <a:t>Fragments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05400"/>
          </a:xfrm>
        </p:spPr>
        <p:txBody>
          <a:bodyPr/>
          <a:lstStyle/>
          <a:p>
            <a:r>
              <a:rPr lang="en-US" sz="2100" dirty="0"/>
              <a:t>React </a:t>
            </a:r>
            <a:r>
              <a:rPr lang="en-US" sz="2100" dirty="0" err="1"/>
              <a:t>bileşenleri</a:t>
            </a:r>
            <a:r>
              <a:rPr lang="en-US" sz="2100" dirty="0"/>
              <a:t> </a:t>
            </a:r>
            <a:r>
              <a:rPr lang="en-US" sz="2100" dirty="0" err="1"/>
              <a:t>genellikle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kök</a:t>
            </a:r>
            <a:r>
              <a:rPr lang="en-US" sz="2100" dirty="0"/>
              <a:t> </a:t>
            </a:r>
            <a:r>
              <a:rPr lang="en-US" sz="2100" dirty="0" err="1"/>
              <a:t>öğeyle</a:t>
            </a:r>
            <a:r>
              <a:rPr lang="en-US" sz="2100" dirty="0"/>
              <a:t> </a:t>
            </a:r>
            <a:r>
              <a:rPr lang="en-US" sz="2100" dirty="0" err="1"/>
              <a:t>sarmalanmalıdır</a:t>
            </a:r>
            <a:r>
              <a:rPr lang="en-US" sz="2100" dirty="0"/>
              <a:t> (div </a:t>
            </a:r>
            <a:r>
              <a:rPr lang="en-US" sz="2100" dirty="0" err="1"/>
              <a:t>gibi</a:t>
            </a:r>
            <a:r>
              <a:rPr lang="en-US" sz="2100" dirty="0"/>
              <a:t>).</a:t>
            </a:r>
          </a:p>
          <a:p>
            <a:r>
              <a:rPr lang="en-US" sz="2100" dirty="0" err="1"/>
              <a:t>Ancak</a:t>
            </a:r>
            <a:r>
              <a:rPr lang="en-US" sz="2100" dirty="0"/>
              <a:t> </a:t>
            </a:r>
            <a:r>
              <a:rPr lang="en-US" sz="2100" dirty="0" err="1"/>
              <a:t>bazen</a:t>
            </a:r>
            <a:r>
              <a:rPr lang="en-US" sz="2100" dirty="0"/>
              <a:t> </a:t>
            </a:r>
            <a:r>
              <a:rPr lang="en-US" sz="2100" dirty="0" err="1"/>
              <a:t>birden</a:t>
            </a:r>
            <a:r>
              <a:rPr lang="en-US" sz="2100" dirty="0"/>
              <a:t> </a:t>
            </a:r>
            <a:r>
              <a:rPr lang="en-US" sz="2100" dirty="0" err="1"/>
              <a:t>fazla</a:t>
            </a:r>
            <a:r>
              <a:rPr lang="en-US" sz="2100" dirty="0"/>
              <a:t> alt </a:t>
            </a:r>
            <a:r>
              <a:rPr lang="en-US" sz="2100" dirty="0" err="1"/>
              <a:t>bileşeni</a:t>
            </a:r>
            <a:r>
              <a:rPr lang="en-US" sz="2100" dirty="0"/>
              <a:t> </a:t>
            </a:r>
            <a:r>
              <a:rPr lang="en-US" sz="2100" dirty="0" err="1"/>
              <a:t>döndürmek</a:t>
            </a:r>
            <a:r>
              <a:rPr lang="en-US" sz="2100" dirty="0"/>
              <a:t> </a:t>
            </a:r>
            <a:r>
              <a:rPr lang="en-US" sz="2100" dirty="0" err="1"/>
              <a:t>gerekebilir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bu </a:t>
            </a:r>
            <a:r>
              <a:rPr lang="en-US" sz="2100" dirty="0" err="1"/>
              <a:t>durumda</a:t>
            </a:r>
            <a:r>
              <a:rPr lang="en-US" sz="2100" dirty="0"/>
              <a:t> ek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gereksiz</a:t>
            </a:r>
            <a:r>
              <a:rPr lang="en-US" sz="2100" dirty="0"/>
              <a:t> </a:t>
            </a:r>
            <a:r>
              <a:rPr lang="en-US" sz="2100" dirty="0" err="1"/>
              <a:t>öğe</a:t>
            </a:r>
            <a:r>
              <a:rPr lang="en-US" sz="2100" dirty="0"/>
              <a:t> </a:t>
            </a:r>
            <a:r>
              <a:rPr lang="en-US" sz="2100" dirty="0" err="1"/>
              <a:t>eklemek</a:t>
            </a:r>
            <a:r>
              <a:rPr lang="en-US" sz="2100" dirty="0"/>
              <a:t> </a:t>
            </a:r>
            <a:r>
              <a:rPr lang="en-US" sz="2100" dirty="0" err="1"/>
              <a:t>istenmez</a:t>
            </a:r>
            <a:r>
              <a:rPr lang="en-US" sz="2100" dirty="0"/>
              <a:t>.</a:t>
            </a:r>
          </a:p>
          <a:p>
            <a:r>
              <a:rPr lang="en-US" sz="2100" dirty="0"/>
              <a:t>Fragments, bu </a:t>
            </a:r>
            <a:r>
              <a:rPr lang="en-US" sz="2100" dirty="0" err="1"/>
              <a:t>durumu</a:t>
            </a:r>
            <a:r>
              <a:rPr lang="en-US" sz="2100" dirty="0"/>
              <a:t> </a:t>
            </a:r>
            <a:r>
              <a:rPr lang="en-US" sz="2100" dirty="0" err="1"/>
              <a:t>çözmek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</a:t>
            </a:r>
            <a:r>
              <a:rPr lang="en-US" sz="2100" dirty="0" err="1"/>
              <a:t>kullanılır</a:t>
            </a:r>
            <a:r>
              <a:rPr lang="en-US" sz="2100" dirty="0"/>
              <a:t>. </a:t>
            </a:r>
            <a:r>
              <a:rPr lang="en-US" sz="2100" dirty="0" err="1"/>
              <a:t>Kök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öğe</a:t>
            </a:r>
            <a:r>
              <a:rPr lang="en-US" sz="2100" dirty="0"/>
              <a:t> </a:t>
            </a:r>
            <a:r>
              <a:rPr lang="en-US" sz="2100" dirty="0" err="1"/>
              <a:t>oluşturmadan</a:t>
            </a:r>
            <a:r>
              <a:rPr lang="en-US" sz="2100" dirty="0"/>
              <a:t> </a:t>
            </a:r>
            <a:r>
              <a:rPr lang="en-US" sz="2100" dirty="0" err="1"/>
              <a:t>birden</a:t>
            </a:r>
            <a:r>
              <a:rPr lang="en-US" sz="2100" dirty="0"/>
              <a:t> </a:t>
            </a:r>
            <a:r>
              <a:rPr lang="en-US" sz="2100" dirty="0" err="1"/>
              <a:t>fazla</a:t>
            </a:r>
            <a:r>
              <a:rPr lang="en-US" sz="2100" dirty="0"/>
              <a:t> </a:t>
            </a:r>
            <a:r>
              <a:rPr lang="en-US" sz="2100" dirty="0" err="1"/>
              <a:t>öğeyi</a:t>
            </a:r>
            <a:r>
              <a:rPr lang="en-US" sz="2100" dirty="0"/>
              <a:t> </a:t>
            </a:r>
            <a:r>
              <a:rPr lang="en-US" sz="2100" dirty="0" err="1"/>
              <a:t>gruplamak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</a:t>
            </a:r>
            <a:r>
              <a:rPr lang="en-US" sz="2100" dirty="0" err="1"/>
              <a:t>kullanılabilir</a:t>
            </a:r>
            <a:r>
              <a:rPr lang="en-US" sz="2100" dirty="0"/>
              <a:t>.</a:t>
            </a:r>
          </a:p>
          <a:p>
            <a:r>
              <a:rPr lang="en-US" sz="2100" dirty="0"/>
              <a:t>Ana </a:t>
            </a:r>
            <a:r>
              <a:rPr lang="en-US" sz="2100" dirty="0" err="1"/>
              <a:t>bileşene</a:t>
            </a:r>
            <a:r>
              <a:rPr lang="en-US" sz="2100" dirty="0"/>
              <a:t> </a:t>
            </a:r>
            <a:r>
              <a:rPr lang="en-US" sz="2100" dirty="0" err="1"/>
              <a:t>ekstra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düzey</a:t>
            </a:r>
            <a:r>
              <a:rPr lang="en-US" sz="2100" dirty="0"/>
              <a:t> </a:t>
            </a:r>
            <a:r>
              <a:rPr lang="en-US" sz="2100" dirty="0" err="1"/>
              <a:t>eklenmez</a:t>
            </a:r>
            <a:r>
              <a:rPr lang="en-US" sz="2100" dirty="0"/>
              <a:t>. </a:t>
            </a:r>
            <a:r>
              <a:rPr lang="en-US" sz="2100" dirty="0" err="1"/>
              <a:t>Böylece</a:t>
            </a:r>
            <a:r>
              <a:rPr lang="en-US" sz="2100" dirty="0"/>
              <a:t>, DOM </a:t>
            </a:r>
            <a:r>
              <a:rPr lang="en-US" sz="2100" dirty="0" err="1"/>
              <a:t>ağacındaki</a:t>
            </a:r>
            <a:r>
              <a:rPr lang="en-US" sz="2100" dirty="0"/>
              <a:t> </a:t>
            </a:r>
            <a:r>
              <a:rPr lang="en-US" sz="2100" dirty="0" err="1"/>
              <a:t>gereksiz</a:t>
            </a:r>
            <a:r>
              <a:rPr lang="en-US" sz="2100" dirty="0"/>
              <a:t> </a:t>
            </a:r>
            <a:r>
              <a:rPr lang="en-US" sz="2100" dirty="0" err="1"/>
              <a:t>düzeylerin</a:t>
            </a:r>
            <a:r>
              <a:rPr lang="en-US" sz="2100" dirty="0"/>
              <a:t> </a:t>
            </a:r>
            <a:r>
              <a:rPr lang="en-US" sz="2100" dirty="0" err="1"/>
              <a:t>oluşmasını</a:t>
            </a:r>
            <a:r>
              <a:rPr lang="en-US" sz="2100" dirty="0"/>
              <a:t> </a:t>
            </a:r>
            <a:r>
              <a:rPr lang="en-US" sz="2100" dirty="0" err="1"/>
              <a:t>önler</a:t>
            </a:r>
            <a:r>
              <a:rPr lang="en-US" sz="2100" dirty="0"/>
              <a:t>.</a:t>
            </a:r>
          </a:p>
          <a:p>
            <a:r>
              <a:rPr lang="en-US" sz="2100" dirty="0"/>
              <a:t>JSX </a:t>
            </a:r>
            <a:r>
              <a:rPr lang="en-US" sz="2100" dirty="0" err="1"/>
              <a:t>sözdiziminde</a:t>
            </a:r>
            <a:r>
              <a:rPr lang="en-US" sz="2100" dirty="0"/>
              <a:t> &lt;&gt;&lt;/&gt; </a:t>
            </a:r>
            <a:r>
              <a:rPr lang="en-US" sz="2100" dirty="0" err="1"/>
              <a:t>veya</a:t>
            </a:r>
            <a:r>
              <a:rPr lang="en-US" sz="2100" dirty="0"/>
              <a:t> &lt;</a:t>
            </a:r>
            <a:r>
              <a:rPr lang="en-US" sz="2100" dirty="0" err="1"/>
              <a:t>React.Fragment</a:t>
            </a:r>
            <a:r>
              <a:rPr lang="en-US" sz="2100" dirty="0"/>
              <a:t>&gt;&lt;/</a:t>
            </a:r>
            <a:r>
              <a:rPr lang="en-US" sz="2100" dirty="0" err="1"/>
              <a:t>React.Fragment</a:t>
            </a:r>
            <a:r>
              <a:rPr lang="en-US" sz="2100" dirty="0"/>
              <a:t>&gt; </a:t>
            </a:r>
            <a:r>
              <a:rPr lang="en-US" sz="2100" dirty="0" err="1"/>
              <a:t>etiketleriyle</a:t>
            </a:r>
            <a:r>
              <a:rPr lang="en-US" sz="2100" dirty="0"/>
              <a:t> </a:t>
            </a:r>
            <a:r>
              <a:rPr lang="en-US" sz="2100" dirty="0" err="1"/>
              <a:t>temsil</a:t>
            </a:r>
            <a:r>
              <a:rPr lang="en-US" sz="2100" dirty="0"/>
              <a:t> </a:t>
            </a:r>
            <a:r>
              <a:rPr lang="en-US" sz="2100" dirty="0" err="1"/>
              <a:t>edilir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Daha</a:t>
            </a:r>
            <a:r>
              <a:rPr lang="en-US" sz="2100" dirty="0"/>
              <a:t> </a:t>
            </a:r>
            <a:r>
              <a:rPr lang="en-US" sz="2100" dirty="0" err="1"/>
              <a:t>temiz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düzenli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JSX </a:t>
            </a:r>
            <a:r>
              <a:rPr lang="en-US" sz="2100" dirty="0" err="1"/>
              <a:t>kodu</a:t>
            </a:r>
            <a:r>
              <a:rPr lang="en-US" sz="2100" dirty="0"/>
              <a:t> </a:t>
            </a:r>
            <a:r>
              <a:rPr lang="en-US" sz="2100" dirty="0" err="1"/>
              <a:t>yazmayı</a:t>
            </a:r>
            <a:r>
              <a:rPr lang="en-US" sz="2100" dirty="0"/>
              <a:t> </a:t>
            </a:r>
            <a:r>
              <a:rPr lang="en-US" sz="2100" dirty="0" err="1"/>
              <a:t>sağlar</a:t>
            </a:r>
            <a:r>
              <a:rPr lang="en-US" sz="2100" dirty="0"/>
              <a:t>. </a:t>
            </a:r>
            <a:r>
              <a:rPr lang="en-US" sz="2100" dirty="0" err="1"/>
              <a:t>Bileşenin</a:t>
            </a:r>
            <a:r>
              <a:rPr lang="en-US" sz="2100" dirty="0"/>
              <a:t> </a:t>
            </a:r>
            <a:r>
              <a:rPr lang="en-US" sz="2100" dirty="0" err="1"/>
              <a:t>yapısını</a:t>
            </a:r>
            <a:r>
              <a:rPr lang="en-US" sz="2100" dirty="0"/>
              <a:t> </a:t>
            </a:r>
            <a:r>
              <a:rPr lang="en-US" sz="2100" dirty="0" err="1"/>
              <a:t>anlamak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bakım</a:t>
            </a:r>
            <a:r>
              <a:rPr lang="en-US" sz="2100" dirty="0"/>
              <a:t> </a:t>
            </a:r>
            <a:r>
              <a:rPr lang="en-US" sz="2100" dirty="0" err="1"/>
              <a:t>yapmak</a:t>
            </a:r>
            <a:r>
              <a:rPr lang="en-US" sz="2100" dirty="0"/>
              <a:t> </a:t>
            </a:r>
            <a:r>
              <a:rPr lang="en-US" sz="2100" dirty="0" err="1"/>
              <a:t>kolaylaşır</a:t>
            </a:r>
            <a:r>
              <a:rPr lang="en-US" sz="2100" dirty="0"/>
              <a:t>.</a:t>
            </a:r>
          </a:p>
          <a:p>
            <a:r>
              <a:rPr lang="en-US" sz="2100" dirty="0"/>
              <a:t>Ana </a:t>
            </a:r>
            <a:r>
              <a:rPr lang="en-US" sz="2100" dirty="0" err="1"/>
              <a:t>bileşen</a:t>
            </a:r>
            <a:r>
              <a:rPr lang="en-US" sz="2100" dirty="0"/>
              <a:t> alt </a:t>
            </a:r>
            <a:r>
              <a:rPr lang="en-US" sz="2100" dirty="0" err="1"/>
              <a:t>bileşenlerine</a:t>
            </a:r>
            <a:r>
              <a:rPr lang="en-US" sz="2100" dirty="0"/>
              <a:t> </a:t>
            </a:r>
            <a:r>
              <a:rPr lang="en-US" sz="2100" dirty="0" err="1"/>
              <a:t>özellikler</a:t>
            </a:r>
            <a:r>
              <a:rPr lang="en-US" sz="2100" dirty="0"/>
              <a:t> </a:t>
            </a:r>
            <a:r>
              <a:rPr lang="en-US" sz="2100" dirty="0" err="1"/>
              <a:t>geçirebilir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onlarla</a:t>
            </a:r>
            <a:r>
              <a:rPr lang="en-US" sz="2100" dirty="0"/>
              <a:t> </a:t>
            </a:r>
            <a:r>
              <a:rPr lang="en-US" sz="2100" dirty="0" err="1"/>
              <a:t>etkileşimde</a:t>
            </a:r>
            <a:r>
              <a:rPr lang="en-US" sz="2100" dirty="0"/>
              <a:t> </a:t>
            </a:r>
            <a:r>
              <a:rPr lang="en-US" sz="2100" dirty="0" err="1"/>
              <a:t>bulunabilir</a:t>
            </a:r>
            <a:r>
              <a:rPr lang="en-US" sz="2100" dirty="0"/>
              <a:t>. React 16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sonraki</a:t>
            </a:r>
            <a:r>
              <a:rPr lang="en-US" sz="2100" dirty="0"/>
              <a:t> </a:t>
            </a:r>
            <a:r>
              <a:rPr lang="en-US" sz="2100" dirty="0" err="1"/>
              <a:t>sürümlerde</a:t>
            </a:r>
            <a:r>
              <a:rPr lang="en-US" sz="2100" dirty="0"/>
              <a:t> React Fragments </a:t>
            </a:r>
            <a:r>
              <a:rPr lang="en-US" sz="2100" dirty="0" err="1"/>
              <a:t>desteklenmektedir</a:t>
            </a:r>
            <a:r>
              <a:rPr lang="en-US" sz="2100"/>
              <a:t>.</a:t>
            </a:r>
            <a:endParaRPr lang="en-US" sz="2100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</p:spTree>
    <p:extLst>
      <p:ext uri="{BB962C8B-B14F-4D97-AF65-F5344CB8AC3E}">
        <p14:creationId xmlns:p14="http://schemas.microsoft.com/office/powerpoint/2010/main" val="39256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 err="1"/>
              <a:t>Fragments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05400"/>
          </a:xfrm>
        </p:spPr>
        <p:txBody>
          <a:bodyPr/>
          <a:lstStyle/>
          <a:p>
            <a:r>
              <a:rPr lang="en-US" sz="2100" dirty="0"/>
              <a:t>Bu problem </a:t>
            </a:r>
            <a:r>
              <a:rPr lang="en-US" sz="2100" dirty="0" err="1"/>
              <a:t>çözmek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&lt;&gt;&lt;/&gt; </a:t>
            </a:r>
            <a:r>
              <a:rPr lang="en-US" sz="2100" dirty="0" err="1"/>
              <a:t>veya</a:t>
            </a:r>
            <a:r>
              <a:rPr lang="en-US" sz="2100" dirty="0"/>
              <a:t> &lt;</a:t>
            </a:r>
            <a:r>
              <a:rPr lang="en-US" sz="2100" dirty="0" err="1"/>
              <a:t>React.Fragment</a:t>
            </a:r>
            <a:r>
              <a:rPr lang="en-US" sz="2100" dirty="0"/>
              <a:t>&gt;&lt;/</a:t>
            </a:r>
            <a:r>
              <a:rPr lang="en-US" sz="2100" dirty="0" err="1"/>
              <a:t>React.Fragment</a:t>
            </a:r>
            <a:r>
              <a:rPr lang="en-US" sz="2100" dirty="0"/>
              <a:t>&gt; </a:t>
            </a:r>
            <a:r>
              <a:rPr lang="en-US" sz="2100" dirty="0" err="1"/>
              <a:t>kullanabilirsiniz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Tarayıcınızı</a:t>
            </a:r>
            <a:r>
              <a:rPr lang="en-US" sz="2100" dirty="0"/>
              <a:t> </a:t>
            </a:r>
            <a:r>
              <a:rPr lang="en-US" sz="2100" dirty="0" err="1"/>
              <a:t>açıp</a:t>
            </a:r>
            <a:r>
              <a:rPr lang="en-US" sz="2100" dirty="0"/>
              <a:t> </a:t>
            </a:r>
            <a:r>
              <a:rPr lang="en-US" sz="2100" dirty="0" err="1"/>
              <a:t>öğeyi</a:t>
            </a:r>
            <a:r>
              <a:rPr lang="en-US" sz="2100" dirty="0"/>
              <a:t> </a:t>
            </a:r>
            <a:r>
              <a:rPr lang="en-US" sz="2100" dirty="0" err="1"/>
              <a:t>incele</a:t>
            </a:r>
            <a:r>
              <a:rPr lang="en-US" sz="2100" dirty="0"/>
              <a:t> </a:t>
            </a:r>
            <a:r>
              <a:rPr lang="en-US" sz="2100" dirty="0" err="1"/>
              <a:t>dediğinizde</a:t>
            </a:r>
            <a:r>
              <a:rPr lang="en-US" sz="2100" dirty="0"/>
              <a:t> </a:t>
            </a:r>
            <a:r>
              <a:rPr lang="en-US" sz="2100" dirty="0" err="1"/>
              <a:t>ekstra</a:t>
            </a:r>
            <a:r>
              <a:rPr lang="en-US" sz="2100" dirty="0"/>
              <a:t> div </a:t>
            </a:r>
            <a:r>
              <a:rPr lang="en-US" sz="2100" dirty="0" err="1"/>
              <a:t>elementinin</a:t>
            </a:r>
            <a:r>
              <a:rPr lang="en-US" sz="2100" dirty="0"/>
              <a:t> </a:t>
            </a:r>
            <a:r>
              <a:rPr lang="en-US" sz="2100" dirty="0" err="1"/>
              <a:t>olmadığını</a:t>
            </a:r>
            <a:r>
              <a:rPr lang="en-US" sz="2100" dirty="0"/>
              <a:t> </a:t>
            </a:r>
            <a:r>
              <a:rPr lang="en-US" sz="2100" dirty="0" err="1"/>
              <a:t>göreceksiniz</a:t>
            </a:r>
            <a:r>
              <a:rPr lang="en-US" sz="2100" dirty="0"/>
              <a:t>.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48C32C-7BDB-F9D2-DEDD-9C1A4BD76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19" y="2819402"/>
            <a:ext cx="5573785" cy="14250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EF601A-B4A9-D092-3F84-54BD892D7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216" y="4205785"/>
            <a:ext cx="5573785" cy="195311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87A1FD6-6779-ECF7-A5DE-7C8AB8BDC067}"/>
              </a:ext>
            </a:extLst>
          </p:cNvPr>
          <p:cNvSpPr txBox="1"/>
          <p:nvPr/>
        </p:nvSpPr>
        <p:spPr>
          <a:xfrm>
            <a:off x="386157" y="6160449"/>
            <a:ext cx="66078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b="1" dirty="0"/>
              <a:t>Örnek: </a:t>
            </a:r>
            <a:r>
              <a:rPr lang="tr-TR" sz="2000" dirty="0">
                <a:hlinkClick r:id="rId5"/>
              </a:rPr>
              <a:t>https://codesandbox.io/s/spring-mountain-lq76gp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2187342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 err="1"/>
              <a:t>Handler</a:t>
            </a:r>
            <a:r>
              <a:rPr lang="tr-TR" dirty="0"/>
              <a:t> </a:t>
            </a:r>
            <a:r>
              <a:rPr lang="tr-TR" dirty="0" err="1"/>
              <a:t>Function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en-US" sz="2100" dirty="0"/>
              <a:t>React </a:t>
            </a:r>
            <a:r>
              <a:rPr lang="en-US" sz="2100" dirty="0" err="1"/>
              <a:t>bileşenleri</a:t>
            </a:r>
            <a:r>
              <a:rPr lang="en-US" sz="2100" dirty="0"/>
              <a:t> </a:t>
            </a:r>
            <a:r>
              <a:rPr lang="en-US" sz="2100" dirty="0" err="1"/>
              <a:t>oluşturmayı</a:t>
            </a:r>
            <a:r>
              <a:rPr lang="en-US" sz="2100" dirty="0"/>
              <a:t> </a:t>
            </a:r>
            <a:r>
              <a:rPr lang="en-US" sz="2100" dirty="0" err="1"/>
              <a:t>öğrendik</a:t>
            </a:r>
            <a:r>
              <a:rPr lang="en-US" sz="2100" dirty="0"/>
              <a:t>. </a:t>
            </a:r>
            <a:r>
              <a:rPr lang="en-US" sz="2100" dirty="0" err="1"/>
              <a:t>Ancak</a:t>
            </a:r>
            <a:r>
              <a:rPr lang="en-US" sz="2100" dirty="0"/>
              <a:t> </a:t>
            </a:r>
            <a:r>
              <a:rPr lang="en-US" sz="2100" dirty="0" err="1"/>
              <a:t>uygulamamızda</a:t>
            </a:r>
            <a:r>
              <a:rPr lang="en-US" sz="2100" dirty="0"/>
              <a:t> </a:t>
            </a:r>
            <a:r>
              <a:rPr lang="en-US" sz="2100" dirty="0" err="1"/>
              <a:t>etkileşim</a:t>
            </a:r>
            <a:r>
              <a:rPr lang="en-US" sz="2100" dirty="0"/>
              <a:t> yok.</a:t>
            </a:r>
          </a:p>
          <a:p>
            <a:r>
              <a:rPr lang="en-US" sz="2100" dirty="0"/>
              <a:t>React </a:t>
            </a:r>
            <a:r>
              <a:rPr lang="en-US" sz="2100" dirty="0" err="1"/>
              <a:t>ile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uygulama</a:t>
            </a:r>
            <a:r>
              <a:rPr lang="en-US" sz="2100" dirty="0"/>
              <a:t> </a:t>
            </a:r>
            <a:r>
              <a:rPr lang="en-US" sz="2100" dirty="0" err="1"/>
              <a:t>geliştiriyorsanız</a:t>
            </a:r>
            <a:r>
              <a:rPr lang="en-US" sz="2100" dirty="0"/>
              <a:t>,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gün</a:t>
            </a:r>
            <a:r>
              <a:rPr lang="en-US" sz="2100" dirty="0"/>
              <a:t> </a:t>
            </a:r>
            <a:r>
              <a:rPr lang="en-US" sz="2100" dirty="0" err="1"/>
              <a:t>mutlaka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kullanıcı</a:t>
            </a:r>
            <a:r>
              <a:rPr lang="en-US" sz="2100" dirty="0"/>
              <a:t> </a:t>
            </a:r>
            <a:r>
              <a:rPr lang="en-US" sz="2100" dirty="0" err="1"/>
              <a:t>etkileşimi</a:t>
            </a:r>
            <a:r>
              <a:rPr lang="en-US" sz="2100" dirty="0"/>
              <a:t> </a:t>
            </a:r>
            <a:r>
              <a:rPr lang="en-US" sz="2100" dirty="0" err="1"/>
              <a:t>gerçekleştirmeniz</a:t>
            </a:r>
            <a:r>
              <a:rPr lang="en-US" sz="2100" dirty="0"/>
              <a:t> </a:t>
            </a:r>
            <a:r>
              <a:rPr lang="en-US" sz="2100" dirty="0" err="1"/>
              <a:t>gerekecektir</a:t>
            </a:r>
            <a:r>
              <a:rPr lang="en-US" sz="2100" dirty="0"/>
              <a:t>. </a:t>
            </a:r>
          </a:p>
          <a:p>
            <a:r>
              <a:rPr lang="en-US" sz="2100" dirty="0" err="1"/>
              <a:t>Projemize</a:t>
            </a:r>
            <a:r>
              <a:rPr lang="en-US" sz="2100" dirty="0"/>
              <a:t> </a:t>
            </a:r>
            <a:r>
              <a:rPr lang="en-US" sz="2100" dirty="0" err="1"/>
              <a:t>etkileşim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</a:t>
            </a:r>
            <a:r>
              <a:rPr lang="en-US" sz="2100" dirty="0" err="1"/>
              <a:t>en</a:t>
            </a:r>
            <a:r>
              <a:rPr lang="en-US" sz="2100" dirty="0"/>
              <a:t> </a:t>
            </a:r>
            <a:r>
              <a:rPr lang="en-US" sz="2100" dirty="0" err="1"/>
              <a:t>uygun</a:t>
            </a:r>
            <a:r>
              <a:rPr lang="en-US" sz="2100" dirty="0"/>
              <a:t> </a:t>
            </a:r>
            <a:r>
              <a:rPr lang="en-US" sz="2100" dirty="0" err="1"/>
              <a:t>yer</a:t>
            </a:r>
            <a:r>
              <a:rPr lang="en-US" sz="2100" dirty="0"/>
              <a:t> </a:t>
            </a:r>
            <a:r>
              <a:rPr lang="en-US" sz="2100" dirty="0" err="1"/>
              <a:t>Arama</a:t>
            </a:r>
            <a:r>
              <a:rPr lang="en-US" sz="2100" dirty="0"/>
              <a:t> </a:t>
            </a:r>
            <a:r>
              <a:rPr lang="en-US" sz="2100" dirty="0" err="1"/>
              <a:t>işlevidir</a:t>
            </a:r>
            <a:r>
              <a:rPr lang="en-US" sz="2100" dirty="0"/>
              <a:t>.</a:t>
            </a:r>
          </a:p>
          <a:p>
            <a:r>
              <a:rPr lang="en-US" sz="2100" dirty="0"/>
              <a:t>HTML </a:t>
            </a:r>
            <a:r>
              <a:rPr lang="en-US" sz="2100" dirty="0" err="1"/>
              <a:t>düzeyinde</a:t>
            </a:r>
            <a:r>
              <a:rPr lang="en-US" sz="2100" dirty="0"/>
              <a:t> </a:t>
            </a:r>
            <a:r>
              <a:rPr lang="en-US" sz="2100" dirty="0" err="1"/>
              <a:t>düşündüğümüzde</a:t>
            </a:r>
            <a:r>
              <a:rPr lang="en-US" sz="2100" dirty="0"/>
              <a:t> </a:t>
            </a:r>
            <a:r>
              <a:rPr lang="en-US" sz="2100" dirty="0" err="1"/>
              <a:t>addEventListener</a:t>
            </a:r>
            <a:r>
              <a:rPr lang="en-US" sz="2100" dirty="0"/>
              <a:t>() </a:t>
            </a:r>
            <a:r>
              <a:rPr lang="en-US" sz="2100" dirty="0" err="1"/>
              <a:t>metodu</a:t>
            </a:r>
            <a:r>
              <a:rPr lang="en-US" sz="2100" dirty="0"/>
              <a:t> </a:t>
            </a:r>
            <a:r>
              <a:rPr lang="en-US" sz="2100" dirty="0" err="1"/>
              <a:t>aracılığı</a:t>
            </a:r>
            <a:r>
              <a:rPr lang="en-US" sz="2100" dirty="0"/>
              <a:t> </a:t>
            </a:r>
            <a:r>
              <a:rPr lang="en-US" sz="2100" dirty="0" err="1"/>
              <a:t>ile</a:t>
            </a:r>
            <a:r>
              <a:rPr lang="en-US" sz="2100" dirty="0"/>
              <a:t> </a:t>
            </a:r>
            <a:r>
              <a:rPr lang="en-US" sz="2100" dirty="0" err="1"/>
              <a:t>olay</a:t>
            </a:r>
            <a:r>
              <a:rPr lang="en-US" sz="2100" dirty="0"/>
              <a:t> </a:t>
            </a:r>
            <a:r>
              <a:rPr lang="en-US" sz="2100" dirty="0" err="1"/>
              <a:t>yöneticileri</a:t>
            </a:r>
            <a:r>
              <a:rPr lang="en-US" sz="2100" dirty="0"/>
              <a:t> </a:t>
            </a:r>
            <a:r>
              <a:rPr lang="en-US" sz="2100" dirty="0" err="1"/>
              <a:t>ekleyerek</a:t>
            </a:r>
            <a:r>
              <a:rPr lang="en-US" sz="2100" dirty="0"/>
              <a:t> </a:t>
            </a:r>
            <a:r>
              <a:rPr lang="en-US" sz="2100" dirty="0" err="1"/>
              <a:t>etkileşim</a:t>
            </a:r>
            <a:r>
              <a:rPr lang="en-US" sz="2100" dirty="0"/>
              <a:t> </a:t>
            </a:r>
            <a:r>
              <a:rPr lang="en-US" sz="2100" dirty="0" err="1"/>
              <a:t>kurabiliriz</a:t>
            </a:r>
            <a:r>
              <a:rPr lang="en-US" sz="2100" dirty="0"/>
              <a:t>.</a:t>
            </a:r>
          </a:p>
          <a:p>
            <a:r>
              <a:rPr lang="en-US" sz="2100" dirty="0"/>
              <a:t>React </a:t>
            </a:r>
            <a:r>
              <a:rPr lang="en-US" sz="2100" dirty="0" err="1"/>
              <a:t>düzeyinde</a:t>
            </a:r>
            <a:r>
              <a:rPr lang="en-US" sz="2100" dirty="0"/>
              <a:t> de </a:t>
            </a:r>
            <a:r>
              <a:rPr lang="en-US" sz="2100" dirty="0" err="1"/>
              <a:t>benzer</a:t>
            </a:r>
            <a:r>
              <a:rPr lang="en-US" sz="2100" dirty="0"/>
              <a:t> </a:t>
            </a:r>
            <a:r>
              <a:rPr lang="en-US" sz="2100" dirty="0" err="1"/>
              <a:t>işlemi</a:t>
            </a:r>
            <a:r>
              <a:rPr lang="en-US" sz="2100" dirty="0"/>
              <a:t> </a:t>
            </a:r>
            <a:r>
              <a:rPr lang="en-US" sz="2100" dirty="0" err="1"/>
              <a:t>yapabiliriz</a:t>
            </a:r>
            <a:r>
              <a:rPr lang="en-US" sz="2100" dirty="0"/>
              <a:t>. </a:t>
            </a:r>
            <a:r>
              <a:rPr lang="en-US" sz="2100" dirty="0" err="1"/>
              <a:t>Arama</a:t>
            </a:r>
            <a:r>
              <a:rPr lang="en-US" sz="2100" dirty="0"/>
              <a:t> </a:t>
            </a:r>
            <a:r>
              <a:rPr lang="en-US" sz="2100" dirty="0" err="1"/>
              <a:t>bileşenimizde</a:t>
            </a:r>
            <a:r>
              <a:rPr lang="en-US" sz="2100" dirty="0"/>
              <a:t> </a:t>
            </a:r>
            <a:r>
              <a:rPr lang="en-US" sz="2100" dirty="0" err="1"/>
              <a:t>olayları</a:t>
            </a:r>
            <a:r>
              <a:rPr lang="en-US" sz="2100" dirty="0"/>
              <a:t> </a:t>
            </a:r>
            <a:r>
              <a:rPr lang="en-US" sz="2100" dirty="0" err="1"/>
              <a:t>yakalayacak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fonksiyon</a:t>
            </a:r>
            <a:r>
              <a:rPr lang="en-US" sz="2100" dirty="0"/>
              <a:t> (event handler) </a:t>
            </a:r>
            <a:r>
              <a:rPr lang="en-US" sz="2100" dirty="0" err="1"/>
              <a:t>tanımlayabiliriz</a:t>
            </a:r>
            <a:r>
              <a:rPr lang="en-US" sz="2100" dirty="0"/>
              <a:t>.</a:t>
            </a:r>
          </a:p>
          <a:p>
            <a:r>
              <a:rPr lang="en-US" sz="2100" dirty="0"/>
              <a:t>Bir </a:t>
            </a:r>
            <a:r>
              <a:rPr lang="en-US" sz="2100" dirty="0" err="1"/>
              <a:t>sonraki</a:t>
            </a:r>
            <a:r>
              <a:rPr lang="en-US" sz="2100" dirty="0"/>
              <a:t> </a:t>
            </a:r>
            <a:r>
              <a:rPr lang="en-US" sz="2100" dirty="0" err="1"/>
              <a:t>aşamada</a:t>
            </a:r>
            <a:r>
              <a:rPr lang="en-US" sz="2100" dirty="0"/>
              <a:t> da </a:t>
            </a:r>
            <a:r>
              <a:rPr lang="en-US" sz="2100" dirty="0" err="1"/>
              <a:t>HTML’in</a:t>
            </a:r>
            <a:r>
              <a:rPr lang="en-US" sz="2100" dirty="0"/>
              <a:t> input field </a:t>
            </a:r>
            <a:r>
              <a:rPr lang="en-US" sz="2100" dirty="0" err="1"/>
              <a:t>elementinin</a:t>
            </a:r>
            <a:r>
              <a:rPr lang="en-US" sz="2100" dirty="0"/>
              <a:t> </a:t>
            </a:r>
            <a:r>
              <a:rPr lang="en-US" sz="2100" dirty="0" err="1"/>
              <a:t>onChange</a:t>
            </a:r>
            <a:r>
              <a:rPr lang="en-US" sz="2100" dirty="0"/>
              <a:t>(</a:t>
            </a:r>
            <a:r>
              <a:rPr lang="en-US" sz="2100" dirty="0" err="1"/>
              <a:t>Dikkat</a:t>
            </a:r>
            <a:r>
              <a:rPr lang="en-US" sz="2100" dirty="0"/>
              <a:t> </a:t>
            </a:r>
            <a:r>
              <a:rPr lang="en-US" sz="2100" dirty="0" err="1"/>
              <a:t>edin</a:t>
            </a:r>
            <a:r>
              <a:rPr lang="en-US" sz="2100" dirty="0"/>
              <a:t>. JSX camelCase </a:t>
            </a:r>
            <a:r>
              <a:rPr lang="en-US" sz="2100" dirty="0" err="1"/>
              <a:t>tanımı</a:t>
            </a:r>
            <a:r>
              <a:rPr lang="en-US" sz="2100" dirty="0"/>
              <a:t> </a:t>
            </a:r>
            <a:r>
              <a:rPr lang="en-US" sz="2100" dirty="0" err="1"/>
              <a:t>ile</a:t>
            </a:r>
            <a:r>
              <a:rPr lang="en-US" sz="2100" dirty="0"/>
              <a:t>) </a:t>
            </a:r>
            <a:r>
              <a:rPr lang="en-US" sz="2100" dirty="0" err="1"/>
              <a:t>özelliğine</a:t>
            </a:r>
            <a:r>
              <a:rPr lang="en-US" sz="2100" dirty="0"/>
              <a:t> bu </a:t>
            </a:r>
            <a:r>
              <a:rPr lang="en-US" sz="2100" dirty="0" err="1"/>
              <a:t>fonksiyonu</a:t>
            </a:r>
            <a:r>
              <a:rPr lang="en-US" sz="2100" dirty="0"/>
              <a:t> </a:t>
            </a:r>
            <a:r>
              <a:rPr lang="en-US" sz="2100" dirty="0" err="1"/>
              <a:t>bağlayabiliriz</a:t>
            </a:r>
            <a:r>
              <a:rPr lang="en-US" sz="2100" dirty="0"/>
              <a:t>. </a:t>
            </a:r>
          </a:p>
          <a:p>
            <a:r>
              <a:rPr lang="en-US" sz="2100" dirty="0"/>
              <a:t>Not: her zaman </a:t>
            </a:r>
            <a:r>
              <a:rPr lang="en-US" sz="2100" dirty="0" err="1"/>
              <a:t>fonksiyon</a:t>
            </a:r>
            <a:r>
              <a:rPr lang="en-US" sz="2100" dirty="0"/>
              <a:t> </a:t>
            </a:r>
            <a:r>
              <a:rPr lang="en-US" sz="2100" dirty="0" err="1"/>
              <a:t>geçirin</a:t>
            </a:r>
            <a:r>
              <a:rPr lang="en-US" sz="2100" dirty="0"/>
              <a:t>, </a:t>
            </a:r>
            <a:r>
              <a:rPr lang="en-US" sz="2100" dirty="0" err="1"/>
              <a:t>geri</a:t>
            </a:r>
            <a:r>
              <a:rPr lang="en-US" sz="2100" dirty="0"/>
              <a:t> </a:t>
            </a:r>
            <a:r>
              <a:rPr lang="en-US" sz="2100" dirty="0" err="1"/>
              <a:t>dönüş</a:t>
            </a:r>
            <a:r>
              <a:rPr lang="en-US" sz="2100" dirty="0"/>
              <a:t> </a:t>
            </a:r>
            <a:r>
              <a:rPr lang="en-US" sz="2100" dirty="0" err="1"/>
              <a:t>değeri</a:t>
            </a:r>
            <a:r>
              <a:rPr lang="en-US" sz="2100" dirty="0"/>
              <a:t> </a:t>
            </a:r>
            <a:r>
              <a:rPr lang="en-US" sz="2100" dirty="0" err="1"/>
              <a:t>geçirmeyin</a:t>
            </a:r>
            <a:r>
              <a:rPr lang="en-US" sz="2100" dirty="0"/>
              <a:t>.</a:t>
            </a:r>
          </a:p>
          <a:p>
            <a:pPr lvl="1"/>
            <a:r>
              <a:rPr lang="en-US" sz="1700" dirty="0"/>
              <a:t>{</a:t>
            </a:r>
            <a:r>
              <a:rPr lang="en-US" sz="1700" dirty="0" err="1"/>
              <a:t>handleChange</a:t>
            </a:r>
            <a:r>
              <a:rPr lang="en-US" sz="1700" dirty="0"/>
              <a:t>()}: </a:t>
            </a:r>
            <a:r>
              <a:rPr lang="en-US" sz="1700" dirty="0" err="1"/>
              <a:t>Yanlış</a:t>
            </a:r>
            <a:endParaRPr lang="en-US" sz="1700" dirty="0"/>
          </a:p>
          <a:p>
            <a:pPr lvl="1"/>
            <a:r>
              <a:rPr lang="en-US" sz="1700" dirty="0"/>
              <a:t>{</a:t>
            </a:r>
            <a:r>
              <a:rPr lang="en-US" sz="1700" dirty="0" err="1"/>
              <a:t>handleChange</a:t>
            </a:r>
            <a:r>
              <a:rPr lang="en-US" sz="1700" dirty="0"/>
              <a:t>}: </a:t>
            </a:r>
            <a:r>
              <a:rPr lang="en-US" sz="1700" dirty="0" err="1"/>
              <a:t>Doğru</a:t>
            </a:r>
            <a:endParaRPr lang="en-US" sz="1700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</p:spTree>
    <p:extLst>
      <p:ext uri="{BB962C8B-B14F-4D97-AF65-F5344CB8AC3E}">
        <p14:creationId xmlns:p14="http://schemas.microsoft.com/office/powerpoint/2010/main" val="99703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 err="1"/>
              <a:t>Handler</a:t>
            </a:r>
            <a:r>
              <a:rPr lang="tr-TR" dirty="0"/>
              <a:t> </a:t>
            </a:r>
            <a:r>
              <a:rPr lang="tr-TR" dirty="0" err="1"/>
              <a:t>Function</a:t>
            </a:r>
            <a:endParaRPr lang="tr-TR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A12EA56-32A2-F6BC-4D34-D5F20E726E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05001" y="1371600"/>
            <a:ext cx="4343400" cy="2167759"/>
          </a:xfrm>
        </p:spPr>
      </p:pic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7CB2C8-0295-C76A-F741-560C9EBBD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3505200"/>
            <a:ext cx="4343400" cy="21484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541DF1D-9EDB-5E4C-5B95-3BA77C7BC33A}"/>
              </a:ext>
            </a:extLst>
          </p:cNvPr>
          <p:cNvSpPr txBox="1"/>
          <p:nvPr/>
        </p:nvSpPr>
        <p:spPr>
          <a:xfrm>
            <a:off x="379268" y="5909960"/>
            <a:ext cx="66912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b="1" dirty="0"/>
              <a:t>Örnek: </a:t>
            </a:r>
            <a:r>
              <a:rPr lang="tr-TR" sz="2000" dirty="0">
                <a:hlinkClick r:id="rId5"/>
              </a:rPr>
              <a:t>https://codesandbox.io/s/wonderful-yonath-kfv0kv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2172794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 err="1"/>
              <a:t>Props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05400"/>
          </a:xfrm>
        </p:spPr>
        <p:txBody>
          <a:bodyPr/>
          <a:lstStyle/>
          <a:p>
            <a:r>
              <a:rPr lang="en-US" sz="2100" dirty="0"/>
              <a:t>Props ("</a:t>
            </a:r>
            <a:r>
              <a:rPr lang="en-US" sz="2100" dirty="0" err="1"/>
              <a:t>properties"ın</a:t>
            </a:r>
            <a:r>
              <a:rPr lang="en-US" sz="2100" dirty="0"/>
              <a:t> </a:t>
            </a:r>
            <a:r>
              <a:rPr lang="en-US" sz="2100" dirty="0" err="1"/>
              <a:t>kısaltması</a:t>
            </a:r>
            <a:r>
              <a:rPr lang="en-US" sz="2100" dirty="0"/>
              <a:t>) </a:t>
            </a:r>
            <a:r>
              <a:rPr lang="en-US" sz="2100" dirty="0" err="1"/>
              <a:t>bileşenler</a:t>
            </a:r>
            <a:r>
              <a:rPr lang="en-US" sz="2100" dirty="0"/>
              <a:t> </a:t>
            </a:r>
            <a:r>
              <a:rPr lang="en-US" sz="2100" dirty="0" err="1"/>
              <a:t>arasında</a:t>
            </a:r>
            <a:r>
              <a:rPr lang="en-US" sz="2100" dirty="0"/>
              <a:t> </a:t>
            </a:r>
            <a:r>
              <a:rPr lang="en-US" sz="2100" dirty="0" err="1"/>
              <a:t>veri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işlevsellik</a:t>
            </a:r>
            <a:r>
              <a:rPr lang="en-US" sz="2100" dirty="0"/>
              <a:t> </a:t>
            </a:r>
            <a:r>
              <a:rPr lang="en-US" sz="2100" dirty="0" err="1"/>
              <a:t>paylaşımını</a:t>
            </a:r>
            <a:r>
              <a:rPr lang="en-US" sz="2100" dirty="0"/>
              <a:t> </a:t>
            </a:r>
            <a:r>
              <a:rPr lang="en-US" sz="2100" dirty="0" err="1"/>
              <a:t>sağlayan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mekanizmadır</a:t>
            </a:r>
            <a:r>
              <a:rPr lang="en-US" sz="2100" dirty="0"/>
              <a:t>. </a:t>
            </a:r>
          </a:p>
          <a:p>
            <a:r>
              <a:rPr lang="en-US" sz="2100" dirty="0"/>
              <a:t>Bir </a:t>
            </a:r>
            <a:r>
              <a:rPr lang="en-US" sz="2100" dirty="0" err="1"/>
              <a:t>bileşen</a:t>
            </a:r>
            <a:r>
              <a:rPr lang="en-US" sz="2100" dirty="0"/>
              <a:t>, </a:t>
            </a:r>
            <a:r>
              <a:rPr lang="en-US" sz="2100" dirty="0" err="1"/>
              <a:t>başka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bileşene</a:t>
            </a:r>
            <a:r>
              <a:rPr lang="en-US" sz="2100" dirty="0"/>
              <a:t> </a:t>
            </a:r>
            <a:r>
              <a:rPr lang="en-US" sz="2100" dirty="0" err="1"/>
              <a:t>veri</a:t>
            </a:r>
            <a:r>
              <a:rPr lang="en-US" sz="2100" dirty="0"/>
              <a:t> </a:t>
            </a:r>
            <a:r>
              <a:rPr lang="en-US" sz="2100" dirty="0" err="1"/>
              <a:t>veya</a:t>
            </a:r>
            <a:r>
              <a:rPr lang="en-US" sz="2100" dirty="0"/>
              <a:t> </a:t>
            </a:r>
            <a:r>
              <a:rPr lang="en-US" sz="2100" dirty="0" err="1"/>
              <a:t>işlevsellik</a:t>
            </a:r>
            <a:r>
              <a:rPr lang="en-US" sz="2100" dirty="0"/>
              <a:t> </a:t>
            </a:r>
            <a:r>
              <a:rPr lang="en-US" sz="2100" dirty="0" err="1"/>
              <a:t>iletmek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props </a:t>
            </a:r>
            <a:r>
              <a:rPr lang="en-US" sz="2100" dirty="0" err="1"/>
              <a:t>kullanır</a:t>
            </a:r>
            <a:r>
              <a:rPr lang="en-US" sz="2100" dirty="0"/>
              <a:t>.</a:t>
            </a:r>
          </a:p>
          <a:p>
            <a:r>
              <a:rPr lang="en-US" sz="2100" dirty="0"/>
              <a:t>Props,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bileşene</a:t>
            </a:r>
            <a:r>
              <a:rPr lang="en-US" sz="2100" dirty="0"/>
              <a:t> </a:t>
            </a:r>
            <a:r>
              <a:rPr lang="en-US" sz="2100" dirty="0" err="1"/>
              <a:t>dışarıdan</a:t>
            </a:r>
            <a:r>
              <a:rPr lang="en-US" sz="2100" dirty="0"/>
              <a:t> </a:t>
            </a:r>
            <a:r>
              <a:rPr lang="en-US" sz="2100" dirty="0" err="1"/>
              <a:t>geçirilen</a:t>
            </a:r>
            <a:r>
              <a:rPr lang="en-US" sz="2100" dirty="0"/>
              <a:t> </a:t>
            </a:r>
            <a:r>
              <a:rPr lang="en-US" sz="2100" dirty="0" err="1"/>
              <a:t>verileri</a:t>
            </a:r>
            <a:r>
              <a:rPr lang="en-US" sz="2100" dirty="0"/>
              <a:t> </a:t>
            </a:r>
            <a:r>
              <a:rPr lang="en-US" sz="2100" dirty="0" err="1"/>
              <a:t>temsil</a:t>
            </a:r>
            <a:r>
              <a:rPr lang="en-US" sz="2100" dirty="0"/>
              <a:t> </a:t>
            </a:r>
            <a:r>
              <a:rPr lang="en-US" sz="2100" dirty="0" err="1"/>
              <a:t>eder</a:t>
            </a:r>
            <a:r>
              <a:rPr lang="en-US" sz="2100" dirty="0"/>
              <a:t>. </a:t>
            </a:r>
          </a:p>
          <a:p>
            <a:r>
              <a:rPr lang="en-US" sz="2100" dirty="0"/>
              <a:t>Bir </a:t>
            </a:r>
            <a:r>
              <a:rPr lang="en-US" sz="2100" dirty="0" err="1"/>
              <a:t>bileşenin</a:t>
            </a:r>
            <a:r>
              <a:rPr lang="en-US" sz="2100" dirty="0"/>
              <a:t> </a:t>
            </a:r>
            <a:r>
              <a:rPr lang="en-US" sz="2100" dirty="0" err="1"/>
              <a:t>props'ları</a:t>
            </a:r>
            <a:r>
              <a:rPr lang="en-US" sz="2100" dirty="0"/>
              <a:t>, </a:t>
            </a:r>
            <a:r>
              <a:rPr lang="en-US" sz="2100" dirty="0" err="1"/>
              <a:t>ebeveyn</a:t>
            </a:r>
            <a:r>
              <a:rPr lang="en-US" sz="2100" dirty="0"/>
              <a:t> </a:t>
            </a:r>
            <a:r>
              <a:rPr lang="en-US" sz="2100" dirty="0" err="1"/>
              <a:t>bileşeni</a:t>
            </a:r>
            <a:r>
              <a:rPr lang="en-US" sz="2100" dirty="0"/>
              <a:t> </a:t>
            </a:r>
            <a:r>
              <a:rPr lang="en-US" sz="2100" dirty="0" err="1"/>
              <a:t>tarafından</a:t>
            </a:r>
            <a:r>
              <a:rPr lang="en-US" sz="2100" dirty="0"/>
              <a:t> </a:t>
            </a:r>
            <a:r>
              <a:rPr lang="en-US" sz="2100" dirty="0" err="1"/>
              <a:t>belirlenir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çocuk</a:t>
            </a:r>
            <a:r>
              <a:rPr lang="en-US" sz="2100" dirty="0"/>
              <a:t> </a:t>
            </a:r>
            <a:r>
              <a:rPr lang="en-US" sz="2100" dirty="0" err="1"/>
              <a:t>bileşene</a:t>
            </a:r>
            <a:r>
              <a:rPr lang="en-US" sz="2100" dirty="0"/>
              <a:t> </a:t>
            </a:r>
            <a:r>
              <a:rPr lang="en-US" sz="2100" dirty="0" err="1"/>
              <a:t>iletilir</a:t>
            </a:r>
            <a:r>
              <a:rPr lang="en-US" sz="2100" dirty="0"/>
              <a:t>. </a:t>
            </a:r>
          </a:p>
          <a:p>
            <a:r>
              <a:rPr lang="en-US" sz="2100" dirty="0"/>
              <a:t>Bir </a:t>
            </a:r>
            <a:r>
              <a:rPr lang="en-US" sz="2100" dirty="0" err="1"/>
              <a:t>bileşenin</a:t>
            </a:r>
            <a:r>
              <a:rPr lang="en-US" sz="2100" dirty="0"/>
              <a:t> </a:t>
            </a:r>
            <a:r>
              <a:rPr lang="en-US" sz="2100" dirty="0" err="1"/>
              <a:t>prop'ları</a:t>
            </a:r>
            <a:r>
              <a:rPr lang="en-US" sz="2100" dirty="0"/>
              <a:t> </a:t>
            </a:r>
            <a:r>
              <a:rPr lang="en-US" sz="2100" u="sng" dirty="0"/>
              <a:t>salt </a:t>
            </a:r>
            <a:r>
              <a:rPr lang="en-US" sz="2100" u="sng" dirty="0" err="1"/>
              <a:t>okunur</a:t>
            </a:r>
            <a:r>
              <a:rPr lang="en-US" sz="2100" u="sng" dirty="0"/>
              <a:t> </a:t>
            </a:r>
            <a:r>
              <a:rPr lang="en-US" sz="2100" u="sng" dirty="0" err="1"/>
              <a:t>ve</a:t>
            </a:r>
            <a:r>
              <a:rPr lang="en-US" sz="2100" u="sng" dirty="0"/>
              <a:t> </a:t>
            </a:r>
            <a:r>
              <a:rPr lang="en-US" sz="2100" u="sng" dirty="0" err="1"/>
              <a:t>değiştirilemez</a:t>
            </a:r>
            <a:r>
              <a:rPr lang="en-US" sz="2100" u="sng" dirty="0"/>
              <a:t> </a:t>
            </a:r>
            <a:r>
              <a:rPr lang="en-US" sz="2100" dirty="0" err="1"/>
              <a:t>nitelikte</a:t>
            </a:r>
            <a:r>
              <a:rPr lang="en-US" sz="2100" dirty="0"/>
              <a:t> </a:t>
            </a:r>
            <a:r>
              <a:rPr lang="en-US" sz="2100" dirty="0" err="1"/>
              <a:t>olmalıdır</a:t>
            </a:r>
            <a:r>
              <a:rPr lang="en-US" sz="2100" dirty="0"/>
              <a:t>.</a:t>
            </a:r>
          </a:p>
          <a:p>
            <a:r>
              <a:rPr lang="en-US" sz="2100" dirty="0"/>
              <a:t>Props,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bileşende</a:t>
            </a:r>
            <a:r>
              <a:rPr lang="en-US" sz="2100" dirty="0"/>
              <a:t> </a:t>
            </a:r>
            <a:r>
              <a:rPr lang="en-US" sz="2100" dirty="0" err="1"/>
              <a:t>meydana</a:t>
            </a:r>
            <a:r>
              <a:rPr lang="en-US" sz="2100" dirty="0"/>
              <a:t> </a:t>
            </a:r>
            <a:r>
              <a:rPr lang="en-US" sz="2100" dirty="0" err="1"/>
              <a:t>gelen</a:t>
            </a:r>
            <a:r>
              <a:rPr lang="en-US" sz="2100" dirty="0"/>
              <a:t> </a:t>
            </a:r>
            <a:r>
              <a:rPr lang="en-US" sz="2100" dirty="0" err="1"/>
              <a:t>değişikliklerin</a:t>
            </a:r>
            <a:r>
              <a:rPr lang="en-US" sz="2100" dirty="0"/>
              <a:t> </a:t>
            </a:r>
            <a:r>
              <a:rPr lang="en-US" sz="2100" dirty="0" err="1"/>
              <a:t>genellikle</a:t>
            </a:r>
            <a:r>
              <a:rPr lang="en-US" sz="2100" dirty="0"/>
              <a:t> </a:t>
            </a:r>
            <a:r>
              <a:rPr lang="en-US" sz="2100" dirty="0" err="1"/>
              <a:t>ebeveyn</a:t>
            </a:r>
            <a:r>
              <a:rPr lang="en-US" sz="2100" dirty="0"/>
              <a:t> </a:t>
            </a:r>
            <a:r>
              <a:rPr lang="en-US" sz="2100" dirty="0" err="1"/>
              <a:t>bileşen</a:t>
            </a:r>
            <a:r>
              <a:rPr lang="en-US" sz="2100" dirty="0"/>
              <a:t> </a:t>
            </a:r>
            <a:r>
              <a:rPr lang="en-US" sz="2100" dirty="0" err="1"/>
              <a:t>tarafından</a:t>
            </a:r>
            <a:r>
              <a:rPr lang="en-US" sz="2100" dirty="0"/>
              <a:t> </a:t>
            </a:r>
            <a:r>
              <a:rPr lang="en-US" sz="2100" dirty="0" err="1"/>
              <a:t>yapılması</a:t>
            </a:r>
            <a:r>
              <a:rPr lang="en-US" sz="2100" dirty="0"/>
              <a:t> </a:t>
            </a:r>
            <a:r>
              <a:rPr lang="en-US" sz="2100" dirty="0" err="1"/>
              <a:t>gerektiği</a:t>
            </a:r>
            <a:r>
              <a:rPr lang="en-US" sz="2100" dirty="0"/>
              <a:t> </a:t>
            </a:r>
            <a:r>
              <a:rPr lang="en-US" sz="2100" dirty="0" err="1"/>
              <a:t>anlamına</a:t>
            </a:r>
            <a:r>
              <a:rPr lang="en-US" sz="2100" dirty="0"/>
              <a:t> </a:t>
            </a:r>
            <a:r>
              <a:rPr lang="en-US" sz="2100" dirty="0" err="1"/>
              <a:t>gelir</a:t>
            </a:r>
            <a:r>
              <a:rPr lang="en-US" sz="2100" dirty="0"/>
              <a:t>.</a:t>
            </a:r>
          </a:p>
          <a:p>
            <a:r>
              <a:rPr lang="en-US" sz="2100" dirty="0"/>
              <a:t>Bir </a:t>
            </a:r>
            <a:r>
              <a:rPr lang="en-US" sz="2100" dirty="0" err="1"/>
              <a:t>bileşen</a:t>
            </a:r>
            <a:r>
              <a:rPr lang="en-US" sz="2100" dirty="0"/>
              <a:t>, </a:t>
            </a:r>
            <a:r>
              <a:rPr lang="en-US" sz="2100" dirty="0" err="1"/>
              <a:t>aldığı</a:t>
            </a:r>
            <a:r>
              <a:rPr lang="en-US" sz="2100" dirty="0"/>
              <a:t> </a:t>
            </a:r>
            <a:r>
              <a:rPr lang="en-US" sz="2100" dirty="0" err="1"/>
              <a:t>props'ları</a:t>
            </a:r>
            <a:r>
              <a:rPr lang="en-US" sz="2100" dirty="0"/>
              <a:t> </a:t>
            </a:r>
            <a:r>
              <a:rPr lang="en-US" sz="2100" dirty="0" err="1"/>
              <a:t>kullanarak</a:t>
            </a:r>
            <a:r>
              <a:rPr lang="en-US" sz="2100" dirty="0"/>
              <a:t> </a:t>
            </a:r>
            <a:r>
              <a:rPr lang="en-US" sz="2100" dirty="0" err="1"/>
              <a:t>dinamik</a:t>
            </a:r>
            <a:r>
              <a:rPr lang="en-US" sz="2100" dirty="0"/>
              <a:t> </a:t>
            </a:r>
            <a:r>
              <a:rPr lang="en-US" sz="2100" dirty="0" err="1"/>
              <a:t>içerik</a:t>
            </a:r>
            <a:r>
              <a:rPr lang="en-US" sz="2100" dirty="0"/>
              <a:t> </a:t>
            </a:r>
            <a:r>
              <a:rPr lang="en-US" sz="2100" dirty="0" err="1"/>
              <a:t>oluşturabilir</a:t>
            </a:r>
            <a:r>
              <a:rPr lang="en-US" sz="2100" dirty="0"/>
              <a:t> </a:t>
            </a:r>
            <a:r>
              <a:rPr lang="en-US" sz="2100" dirty="0" err="1"/>
              <a:t>veya</a:t>
            </a:r>
            <a:r>
              <a:rPr lang="en-US" sz="2100" dirty="0"/>
              <a:t> </a:t>
            </a:r>
            <a:r>
              <a:rPr lang="en-US" sz="2100" dirty="0" err="1"/>
              <a:t>işlevselliği</a:t>
            </a:r>
            <a:r>
              <a:rPr lang="en-US" sz="2100" dirty="0"/>
              <a:t> </a:t>
            </a:r>
            <a:r>
              <a:rPr lang="en-US" sz="2100" dirty="0" err="1"/>
              <a:t>değiştirebilir</a:t>
            </a:r>
            <a:r>
              <a:rPr lang="en-US" sz="2100" dirty="0"/>
              <a:t>. </a:t>
            </a:r>
          </a:p>
          <a:p>
            <a:r>
              <a:rPr lang="en-US" sz="2100" dirty="0" err="1"/>
              <a:t>Props’lar</a:t>
            </a:r>
            <a:r>
              <a:rPr lang="en-US" sz="2100" dirty="0"/>
              <a:t> </a:t>
            </a:r>
            <a:r>
              <a:rPr lang="en-US" sz="2100" dirty="0" err="1"/>
              <a:t>sadece</a:t>
            </a:r>
            <a:r>
              <a:rPr lang="en-US" sz="2100" dirty="0"/>
              <a:t> </a:t>
            </a:r>
            <a:r>
              <a:rPr lang="en-US" sz="2100" dirty="0" err="1"/>
              <a:t>yukarıdan</a:t>
            </a:r>
            <a:r>
              <a:rPr lang="en-US" sz="2100" dirty="0"/>
              <a:t> </a:t>
            </a:r>
            <a:r>
              <a:rPr lang="en-US" sz="2100" dirty="0" err="1"/>
              <a:t>aşağı</a:t>
            </a:r>
            <a:r>
              <a:rPr lang="en-US" sz="2100" dirty="0"/>
              <a:t> </a:t>
            </a:r>
            <a:r>
              <a:rPr lang="en-US" sz="2100" dirty="0" err="1"/>
              <a:t>doğru</a:t>
            </a:r>
            <a:r>
              <a:rPr lang="en-US" sz="2100" dirty="0"/>
              <a:t> </a:t>
            </a:r>
            <a:r>
              <a:rPr lang="en-US" sz="2100" dirty="0" err="1"/>
              <a:t>iletilebilir</a:t>
            </a:r>
            <a:r>
              <a:rPr lang="en-US" sz="2100" dirty="0"/>
              <a:t>. </a:t>
            </a:r>
            <a:r>
              <a:rPr lang="en-US" sz="2100" dirty="0" err="1"/>
              <a:t>Tersi</a:t>
            </a:r>
            <a:r>
              <a:rPr lang="en-US" sz="2100" dirty="0"/>
              <a:t> </a:t>
            </a:r>
            <a:r>
              <a:rPr lang="en-US" sz="2100" dirty="0" err="1"/>
              <a:t>mümkün</a:t>
            </a:r>
            <a:r>
              <a:rPr lang="en-US" sz="2100" dirty="0"/>
              <a:t> </a:t>
            </a:r>
            <a:r>
              <a:rPr lang="en-US" sz="2100" dirty="0" err="1"/>
              <a:t>değildir</a:t>
            </a:r>
            <a:r>
              <a:rPr lang="en-US" sz="2100" dirty="0"/>
              <a:t>.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</p:spTree>
    <p:extLst>
      <p:ext uri="{BB962C8B-B14F-4D97-AF65-F5344CB8AC3E}">
        <p14:creationId xmlns:p14="http://schemas.microsoft.com/office/powerpoint/2010/main" val="1122359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 err="1"/>
              <a:t>Props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05400"/>
          </a:xfrm>
        </p:spPr>
        <p:txBody>
          <a:bodyPr/>
          <a:lstStyle/>
          <a:p>
            <a:r>
              <a:rPr lang="en-US" sz="2100" dirty="0" err="1"/>
              <a:t>yaziListesi</a:t>
            </a:r>
            <a:r>
              <a:rPr lang="en-US" sz="2100" dirty="0"/>
              <a:t> </a:t>
            </a:r>
            <a:r>
              <a:rPr lang="en-US" sz="2100" dirty="0" err="1"/>
              <a:t>değişkeni</a:t>
            </a:r>
            <a:r>
              <a:rPr lang="en-US" sz="2100" dirty="0"/>
              <a:t> ilk </a:t>
            </a:r>
            <a:r>
              <a:rPr lang="en-US" sz="2100" dirty="0" err="1"/>
              <a:t>başta</a:t>
            </a:r>
            <a:r>
              <a:rPr lang="en-US" sz="2100" dirty="0"/>
              <a:t> App </a:t>
            </a:r>
            <a:r>
              <a:rPr lang="en-US" sz="2100" dirty="0" err="1"/>
              <a:t>bileşeninde</a:t>
            </a:r>
            <a:r>
              <a:rPr lang="en-US" sz="2100" dirty="0"/>
              <a:t>, </a:t>
            </a:r>
            <a:r>
              <a:rPr lang="en-US" sz="2100" dirty="0" err="1"/>
              <a:t>daha</a:t>
            </a:r>
            <a:r>
              <a:rPr lang="en-US" sz="2100" dirty="0"/>
              <a:t> </a:t>
            </a:r>
            <a:r>
              <a:rPr lang="en-US" sz="2100" dirty="0" err="1"/>
              <a:t>sonra</a:t>
            </a:r>
            <a:r>
              <a:rPr lang="en-US" sz="2100" dirty="0"/>
              <a:t> </a:t>
            </a:r>
            <a:r>
              <a:rPr lang="en-US" sz="2100" dirty="0" err="1"/>
              <a:t>Liste</a:t>
            </a:r>
            <a:r>
              <a:rPr lang="en-US" sz="2100" dirty="0"/>
              <a:t> </a:t>
            </a:r>
            <a:r>
              <a:rPr lang="en-US" sz="2100" dirty="0" err="1"/>
              <a:t>bileşeninde</a:t>
            </a:r>
            <a:r>
              <a:rPr lang="en-US" sz="2100" dirty="0"/>
              <a:t> </a:t>
            </a:r>
            <a:r>
              <a:rPr lang="en-US" sz="2100" dirty="0" err="1"/>
              <a:t>kullandık</a:t>
            </a:r>
            <a:r>
              <a:rPr lang="en-US" sz="2100" dirty="0"/>
              <a:t>. </a:t>
            </a:r>
          </a:p>
          <a:p>
            <a:r>
              <a:rPr lang="en-US" sz="2100" dirty="0" err="1"/>
              <a:t>yazilListesi</a:t>
            </a:r>
            <a:r>
              <a:rPr lang="en-US" sz="2100" dirty="0"/>
              <a:t> App </a:t>
            </a:r>
            <a:r>
              <a:rPr lang="en-US" sz="2100" dirty="0" err="1"/>
              <a:t>içinde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global </a:t>
            </a:r>
            <a:r>
              <a:rPr lang="en-US" sz="2100" dirty="0" err="1"/>
              <a:t>değişken</a:t>
            </a:r>
            <a:r>
              <a:rPr lang="en-US" sz="2100" dirty="0"/>
              <a:t> </a:t>
            </a:r>
            <a:r>
              <a:rPr lang="en-US" sz="2100" dirty="0" err="1"/>
              <a:t>olarak</a:t>
            </a:r>
            <a:r>
              <a:rPr lang="en-US" sz="2100" dirty="0"/>
              <a:t> </a:t>
            </a:r>
            <a:r>
              <a:rPr lang="en-US" sz="2100" dirty="0" err="1"/>
              <a:t>dursaydı</a:t>
            </a:r>
            <a:r>
              <a:rPr lang="en-US" sz="2100" dirty="0"/>
              <a:t> </a:t>
            </a:r>
            <a:r>
              <a:rPr lang="en-US" sz="2100" dirty="0" err="1"/>
              <a:t>uygulamanız</a:t>
            </a:r>
            <a:r>
              <a:rPr lang="en-US" sz="2100" dirty="0"/>
              <a:t> </a:t>
            </a:r>
            <a:r>
              <a:rPr lang="en-US" sz="2100" dirty="0" err="1"/>
              <a:t>büyüdüğünde</a:t>
            </a:r>
            <a:r>
              <a:rPr lang="en-US" sz="2100" dirty="0"/>
              <a:t>, </a:t>
            </a:r>
            <a:r>
              <a:rPr lang="en-US" sz="2100" dirty="0" err="1"/>
              <a:t>farklı</a:t>
            </a:r>
            <a:r>
              <a:rPr lang="en-US" sz="2100" dirty="0"/>
              <a:t> </a:t>
            </a:r>
            <a:r>
              <a:rPr lang="en-US" sz="2100" dirty="0" err="1"/>
              <a:t>bileşenler</a:t>
            </a:r>
            <a:r>
              <a:rPr lang="en-US" sz="2100" dirty="0"/>
              <a:t> </a:t>
            </a:r>
            <a:r>
              <a:rPr lang="en-US" sz="2100" dirty="0" err="1"/>
              <a:t>farklı</a:t>
            </a:r>
            <a:r>
              <a:rPr lang="en-US" sz="2100" dirty="0"/>
              <a:t> </a:t>
            </a:r>
            <a:r>
              <a:rPr lang="en-US" sz="2100" dirty="0" err="1"/>
              <a:t>klasör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dosyalarda</a:t>
            </a:r>
            <a:r>
              <a:rPr lang="en-US" sz="2100" dirty="0"/>
              <a:t> </a:t>
            </a:r>
            <a:r>
              <a:rPr lang="en-US" sz="2100" dirty="0" err="1"/>
              <a:t>olduğunda</a:t>
            </a:r>
            <a:r>
              <a:rPr lang="en-US" sz="2100" dirty="0"/>
              <a:t> </a:t>
            </a:r>
            <a:r>
              <a:rPr lang="en-US" sz="2100" dirty="0" err="1"/>
              <a:t>bakım</a:t>
            </a:r>
            <a:r>
              <a:rPr lang="en-US" sz="2100" dirty="0"/>
              <a:t> </a:t>
            </a:r>
            <a:r>
              <a:rPr lang="en-US" sz="2100" dirty="0" err="1"/>
              <a:t>maliyeti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hata</a:t>
            </a:r>
            <a:r>
              <a:rPr lang="en-US" sz="2100" dirty="0"/>
              <a:t> </a:t>
            </a:r>
            <a:r>
              <a:rPr lang="en-US" sz="2100" dirty="0" err="1"/>
              <a:t>yapma</a:t>
            </a:r>
            <a:r>
              <a:rPr lang="en-US" sz="2100" dirty="0"/>
              <a:t> </a:t>
            </a:r>
            <a:r>
              <a:rPr lang="en-US" sz="2100" dirty="0" err="1"/>
              <a:t>oranınız</a:t>
            </a:r>
            <a:r>
              <a:rPr lang="en-US" sz="2100" dirty="0"/>
              <a:t> </a:t>
            </a:r>
            <a:r>
              <a:rPr lang="en-US" sz="2100" dirty="0" err="1"/>
              <a:t>artacaktı</a:t>
            </a:r>
            <a:r>
              <a:rPr lang="en-US" sz="2100" dirty="0"/>
              <a:t>. </a:t>
            </a:r>
          </a:p>
          <a:p>
            <a:r>
              <a:rPr lang="en-US" sz="2100" dirty="0"/>
              <a:t>Bunun </a:t>
            </a:r>
            <a:r>
              <a:rPr lang="en-US" sz="2100" dirty="0" err="1"/>
              <a:t>yerine</a:t>
            </a:r>
            <a:r>
              <a:rPr lang="en-US" sz="2100" dirty="0"/>
              <a:t> </a:t>
            </a:r>
            <a:r>
              <a:rPr lang="en-US" sz="2100" dirty="0" err="1"/>
              <a:t>yaziListesini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props’a</a:t>
            </a:r>
            <a:r>
              <a:rPr lang="en-US" sz="2100" dirty="0"/>
              <a:t> </a:t>
            </a:r>
            <a:r>
              <a:rPr lang="en-US" sz="2100" dirty="0" err="1"/>
              <a:t>dönüştürerek</a:t>
            </a:r>
            <a:r>
              <a:rPr lang="en-US" sz="2100" dirty="0"/>
              <a:t> </a:t>
            </a:r>
            <a:r>
              <a:rPr lang="en-US" sz="2100" dirty="0" err="1"/>
              <a:t>istediğimiz</a:t>
            </a:r>
            <a:r>
              <a:rPr lang="en-US" sz="2100" dirty="0"/>
              <a:t> </a:t>
            </a:r>
            <a:r>
              <a:rPr lang="en-US" sz="2100" dirty="0" err="1"/>
              <a:t>bilgiyi</a:t>
            </a:r>
            <a:r>
              <a:rPr lang="en-US" sz="2100" dirty="0"/>
              <a:t> ana </a:t>
            </a:r>
            <a:r>
              <a:rPr lang="en-US" sz="2100" dirty="0" err="1"/>
              <a:t>bileşenden</a:t>
            </a:r>
            <a:r>
              <a:rPr lang="en-US" sz="2100" dirty="0"/>
              <a:t> alt </a:t>
            </a:r>
            <a:r>
              <a:rPr lang="en-US" sz="2100" dirty="0" err="1"/>
              <a:t>bileşenlere</a:t>
            </a:r>
            <a:r>
              <a:rPr lang="en-US" sz="2100" dirty="0"/>
              <a:t> </a:t>
            </a:r>
            <a:r>
              <a:rPr lang="en-US" sz="2100" dirty="0" err="1"/>
              <a:t>geçirebiliriz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yaziListesini</a:t>
            </a:r>
            <a:r>
              <a:rPr lang="en-US" sz="2100" dirty="0"/>
              <a:t> </a:t>
            </a:r>
            <a:r>
              <a:rPr lang="en-US" sz="2100" dirty="0" err="1"/>
              <a:t>props’a</a:t>
            </a:r>
            <a:r>
              <a:rPr lang="en-US" sz="2100" dirty="0"/>
              <a:t> </a:t>
            </a:r>
            <a:r>
              <a:rPr lang="en-US" sz="2100" dirty="0" err="1"/>
              <a:t>dönüştürmeden</a:t>
            </a:r>
            <a:r>
              <a:rPr lang="en-US" sz="2100" dirty="0"/>
              <a:t> </a:t>
            </a:r>
            <a:r>
              <a:rPr lang="en-US" sz="2100" dirty="0" err="1"/>
              <a:t>önce</a:t>
            </a:r>
            <a:r>
              <a:rPr lang="en-US" sz="2100" dirty="0"/>
              <a:t> </a:t>
            </a:r>
            <a:r>
              <a:rPr lang="en-US" sz="2100" dirty="0" err="1"/>
              <a:t>onu</a:t>
            </a:r>
            <a:r>
              <a:rPr lang="en-US" sz="2100" dirty="0"/>
              <a:t> App </a:t>
            </a:r>
            <a:r>
              <a:rPr lang="en-US" sz="2100" dirty="0" err="1"/>
              <a:t>bileşenin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değişkeni</a:t>
            </a:r>
            <a:r>
              <a:rPr lang="en-US" sz="2100" dirty="0"/>
              <a:t> </a:t>
            </a:r>
            <a:r>
              <a:rPr lang="en-US" sz="2100" dirty="0" err="1"/>
              <a:t>haline</a:t>
            </a:r>
            <a:r>
              <a:rPr lang="en-US" sz="2100" dirty="0"/>
              <a:t> </a:t>
            </a:r>
            <a:r>
              <a:rPr lang="en-US" sz="2100" dirty="0" err="1"/>
              <a:t>getirmemiz</a:t>
            </a:r>
            <a:r>
              <a:rPr lang="en-US" sz="2100" dirty="0"/>
              <a:t> </a:t>
            </a:r>
            <a:r>
              <a:rPr lang="en-US" sz="2100" dirty="0" err="1"/>
              <a:t>lazım</a:t>
            </a:r>
            <a:r>
              <a:rPr lang="en-US" sz="2100" dirty="0"/>
              <a:t>. </a:t>
            </a:r>
            <a:r>
              <a:rPr lang="en-US" sz="2100" dirty="0" err="1"/>
              <a:t>Daha</a:t>
            </a:r>
            <a:r>
              <a:rPr lang="en-US" sz="2100" dirty="0"/>
              <a:t> </a:t>
            </a:r>
            <a:r>
              <a:rPr lang="en-US" sz="2100" dirty="0" err="1"/>
              <a:t>sonra</a:t>
            </a:r>
            <a:r>
              <a:rPr lang="en-US" sz="2100" dirty="0"/>
              <a:t> da </a:t>
            </a:r>
            <a:r>
              <a:rPr lang="en-US" sz="2100" dirty="0" err="1"/>
              <a:t>Liste</a:t>
            </a:r>
            <a:r>
              <a:rPr lang="en-US" sz="2100" dirty="0"/>
              <a:t> </a:t>
            </a:r>
            <a:r>
              <a:rPr lang="en-US" sz="2100" dirty="0" err="1"/>
              <a:t>bileşenine</a:t>
            </a:r>
            <a:r>
              <a:rPr lang="en-US" sz="2100" dirty="0"/>
              <a:t> bu </a:t>
            </a:r>
            <a:r>
              <a:rPr lang="en-US" sz="2100" dirty="0" err="1"/>
              <a:t>değişkeni</a:t>
            </a:r>
            <a:r>
              <a:rPr lang="en-US" sz="2100" dirty="0"/>
              <a:t> props </a:t>
            </a:r>
            <a:r>
              <a:rPr lang="en-US" sz="2100" dirty="0" err="1"/>
              <a:t>olarak</a:t>
            </a:r>
            <a:r>
              <a:rPr lang="en-US" sz="2100" dirty="0"/>
              <a:t> </a:t>
            </a:r>
            <a:r>
              <a:rPr lang="en-US" sz="2100" dirty="0" err="1"/>
              <a:t>geçireceğiz</a:t>
            </a:r>
            <a:r>
              <a:rPr lang="en-US" sz="2100" dirty="0"/>
              <a:t>.</a:t>
            </a:r>
          </a:p>
          <a:p>
            <a:pPr lvl="1"/>
            <a:r>
              <a:rPr lang="en-US" sz="1700" dirty="0" err="1"/>
              <a:t>Liste</a:t>
            </a:r>
            <a:r>
              <a:rPr lang="en-US" sz="1700" dirty="0"/>
              <a:t>(props)</a:t>
            </a:r>
          </a:p>
          <a:p>
            <a:pPr lvl="1"/>
            <a:r>
              <a:rPr lang="en-US" sz="1700" dirty="0"/>
              <a:t>&lt;</a:t>
            </a:r>
            <a:r>
              <a:rPr lang="en-US" sz="1700" dirty="0" err="1"/>
              <a:t>Liste</a:t>
            </a:r>
            <a:r>
              <a:rPr lang="en-US" sz="1700" dirty="0"/>
              <a:t> </a:t>
            </a:r>
            <a:r>
              <a:rPr lang="en-US" sz="1700" dirty="0" err="1"/>
              <a:t>yazilar</a:t>
            </a:r>
            <a:r>
              <a:rPr lang="en-US" sz="1700" dirty="0"/>
              <a:t>={</a:t>
            </a:r>
            <a:r>
              <a:rPr lang="en-US" sz="1700" dirty="0" err="1"/>
              <a:t>yaziListesi</a:t>
            </a:r>
            <a:r>
              <a:rPr lang="en-US" sz="1700" dirty="0"/>
              <a:t>}/&gt;</a:t>
            </a:r>
          </a:p>
          <a:p>
            <a:pPr lvl="1"/>
            <a:endParaRPr lang="en-US" sz="1700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</p:spTree>
    <p:extLst>
      <p:ext uri="{BB962C8B-B14F-4D97-AF65-F5344CB8AC3E}">
        <p14:creationId xmlns:p14="http://schemas.microsoft.com/office/powerpoint/2010/main" val="235773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 err="1"/>
              <a:t>Props</a:t>
            </a:r>
            <a:endParaRPr lang="tr-TR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5AFA42-CB88-DCFB-A0F9-93239C707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90" y="1689100"/>
            <a:ext cx="2882900" cy="1282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B679B0-CA16-C502-063A-2F3DA1499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4300" y="1752600"/>
            <a:ext cx="5067300" cy="1663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0F9539-CDAF-5E35-0363-42316B7ACC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9318" y="4065100"/>
            <a:ext cx="41783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206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 err="1"/>
              <a:t>Props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05400"/>
          </a:xfrm>
        </p:spPr>
        <p:txBody>
          <a:bodyPr/>
          <a:lstStyle/>
          <a:p>
            <a:r>
              <a:rPr lang="en-US" sz="2100" dirty="0" err="1"/>
              <a:t>Artık</a:t>
            </a:r>
            <a:r>
              <a:rPr lang="en-US" sz="2100" dirty="0"/>
              <a:t> </a:t>
            </a:r>
            <a:r>
              <a:rPr lang="en-US" sz="2100" dirty="0" err="1"/>
              <a:t>Liste</a:t>
            </a:r>
            <a:r>
              <a:rPr lang="en-US" sz="2100" dirty="0"/>
              <a:t> </a:t>
            </a:r>
            <a:r>
              <a:rPr lang="en-US" sz="2100" dirty="0" err="1"/>
              <a:t>bileşeni</a:t>
            </a:r>
            <a:r>
              <a:rPr lang="en-US" sz="2100" dirty="0"/>
              <a:t> App </a:t>
            </a:r>
            <a:r>
              <a:rPr lang="en-US" sz="2100" dirty="0" err="1"/>
              <a:t>bileşeninin</a:t>
            </a:r>
            <a:r>
              <a:rPr lang="en-US" sz="2100" dirty="0"/>
              <a:t> </a:t>
            </a:r>
            <a:r>
              <a:rPr lang="en-US" sz="2100" dirty="0" err="1"/>
              <a:t>değişkenine</a:t>
            </a:r>
            <a:r>
              <a:rPr lang="en-US" sz="2100" dirty="0"/>
              <a:t> props </a:t>
            </a:r>
            <a:r>
              <a:rPr lang="en-US" sz="2100" dirty="0" err="1"/>
              <a:t>vasıtasıyla</a:t>
            </a:r>
            <a:r>
              <a:rPr lang="en-US" sz="2100" dirty="0"/>
              <a:t> </a:t>
            </a:r>
            <a:r>
              <a:rPr lang="en-US" sz="2100" dirty="0" err="1"/>
              <a:t>erişebiliyor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Peki</a:t>
            </a:r>
            <a:r>
              <a:rPr lang="en-US" sz="2100" dirty="0"/>
              <a:t> </a:t>
            </a:r>
            <a:r>
              <a:rPr lang="en-US" sz="2100" dirty="0" err="1"/>
              <a:t>Liste</a:t>
            </a:r>
            <a:r>
              <a:rPr lang="en-US" sz="2100" dirty="0"/>
              <a:t> </a:t>
            </a:r>
            <a:r>
              <a:rPr lang="en-US" sz="2100" dirty="0" err="1"/>
              <a:t>bileşeninin</a:t>
            </a:r>
            <a:r>
              <a:rPr lang="en-US" sz="2100" dirty="0"/>
              <a:t> de </a:t>
            </a:r>
            <a:r>
              <a:rPr lang="en-US" sz="2100" dirty="0" err="1"/>
              <a:t>Yazi</a:t>
            </a:r>
            <a:r>
              <a:rPr lang="en-US" sz="2100" dirty="0"/>
              <a:t> </a:t>
            </a:r>
            <a:r>
              <a:rPr lang="en-US" sz="2100" dirty="0" err="1"/>
              <a:t>isminde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alt </a:t>
            </a:r>
            <a:r>
              <a:rPr lang="en-US" sz="2100" dirty="0" err="1"/>
              <a:t>bileşeni</a:t>
            </a:r>
            <a:r>
              <a:rPr lang="en-US" sz="2100" dirty="0"/>
              <a:t> </a:t>
            </a:r>
            <a:r>
              <a:rPr lang="en-US" sz="2100" dirty="0" err="1"/>
              <a:t>olsaydı</a:t>
            </a:r>
            <a:r>
              <a:rPr lang="en-US" sz="2100" dirty="0"/>
              <a:t> </a:t>
            </a:r>
            <a:r>
              <a:rPr lang="en-US" sz="2100" dirty="0" err="1"/>
              <a:t>yaziListesinin</a:t>
            </a:r>
            <a:r>
              <a:rPr lang="en-US" sz="2100" dirty="0"/>
              <a:t> her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elemanını</a:t>
            </a:r>
            <a:r>
              <a:rPr lang="en-US" sz="2100" dirty="0"/>
              <a:t> bu alt </a:t>
            </a:r>
            <a:r>
              <a:rPr lang="en-US" sz="2100" dirty="0" err="1"/>
              <a:t>bileşene</a:t>
            </a:r>
            <a:r>
              <a:rPr lang="en-US" sz="2100" dirty="0"/>
              <a:t> </a:t>
            </a:r>
            <a:r>
              <a:rPr lang="en-US" sz="2100" dirty="0" err="1"/>
              <a:t>nasıl</a:t>
            </a:r>
            <a:r>
              <a:rPr lang="en-US" sz="2100" dirty="0"/>
              <a:t> </a:t>
            </a:r>
            <a:r>
              <a:rPr lang="en-US" sz="2100" dirty="0" err="1"/>
              <a:t>geçirirdik</a:t>
            </a:r>
            <a:r>
              <a:rPr lang="en-US" sz="2100" dirty="0"/>
              <a:t>?</a:t>
            </a:r>
          </a:p>
          <a:p>
            <a:endParaRPr lang="en-US" sz="2100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4CD53F-DAC3-C6A4-34DD-13B1A690B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200400"/>
            <a:ext cx="3913534" cy="2667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09BBD0-9C02-1F41-7294-4F00FAACC1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6878" y="3098369"/>
            <a:ext cx="4215732" cy="3022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595A56-7532-22FD-4C04-ADF317CFF8E1}"/>
              </a:ext>
            </a:extLst>
          </p:cNvPr>
          <p:cNvSpPr txBox="1"/>
          <p:nvPr/>
        </p:nvSpPr>
        <p:spPr>
          <a:xfrm>
            <a:off x="855097" y="6098930"/>
            <a:ext cx="58625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b="1" dirty="0"/>
              <a:t>Örnek: </a:t>
            </a:r>
            <a:r>
              <a:rPr lang="tr-TR" sz="2000" dirty="0">
                <a:hlinkClick r:id="rId5"/>
              </a:rPr>
              <a:t>https://codesandbox.io/s/reverent-tu-jxt3r2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3440508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 err="1"/>
              <a:t>State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05400"/>
          </a:xfrm>
        </p:spPr>
        <p:txBody>
          <a:bodyPr/>
          <a:lstStyle/>
          <a:p>
            <a:r>
              <a:rPr lang="en-US" sz="2100" dirty="0" err="1"/>
              <a:t>Props’da</a:t>
            </a:r>
            <a:r>
              <a:rPr lang="en-US" sz="2100" dirty="0"/>
              <a:t> </a:t>
            </a:r>
            <a:r>
              <a:rPr lang="en-US" sz="2100" dirty="0" err="1"/>
              <a:t>verileri</a:t>
            </a:r>
            <a:r>
              <a:rPr lang="en-US" sz="2100" dirty="0"/>
              <a:t> </a:t>
            </a:r>
            <a:r>
              <a:rPr lang="en-US" sz="2100" dirty="0" err="1"/>
              <a:t>değiştiremiyorduk</a:t>
            </a:r>
            <a:r>
              <a:rPr lang="en-US" sz="2100" dirty="0"/>
              <a:t>. </a:t>
            </a:r>
            <a:r>
              <a:rPr lang="en-US" sz="2100" dirty="0" err="1"/>
              <a:t>Sadece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ana </a:t>
            </a:r>
            <a:r>
              <a:rPr lang="en-US" sz="2100" dirty="0" err="1"/>
              <a:t>bileşenden</a:t>
            </a:r>
            <a:r>
              <a:rPr lang="en-US" sz="2100" dirty="0"/>
              <a:t> alt </a:t>
            </a:r>
            <a:r>
              <a:rPr lang="en-US" sz="2100" dirty="0" err="1"/>
              <a:t>bileşene</a:t>
            </a:r>
            <a:r>
              <a:rPr lang="en-US" sz="2100" dirty="0"/>
              <a:t> </a:t>
            </a:r>
            <a:r>
              <a:rPr lang="en-US" sz="2100" dirty="0" err="1"/>
              <a:t>geçirebiliyorduk</a:t>
            </a:r>
            <a:r>
              <a:rPr lang="en-US" sz="2100" dirty="0"/>
              <a:t>. State bu </a:t>
            </a:r>
            <a:r>
              <a:rPr lang="en-US" sz="2100" dirty="0" err="1"/>
              <a:t>noktada</a:t>
            </a:r>
            <a:r>
              <a:rPr lang="en-US" sz="2100" dirty="0"/>
              <a:t> </a:t>
            </a:r>
            <a:r>
              <a:rPr lang="en-US" sz="2100" dirty="0" err="1"/>
              <a:t>devreye</a:t>
            </a:r>
            <a:r>
              <a:rPr lang="en-US" sz="2100" dirty="0"/>
              <a:t> </a:t>
            </a:r>
            <a:r>
              <a:rPr lang="en-US" sz="2100" dirty="0" err="1"/>
              <a:t>girer</a:t>
            </a:r>
            <a:r>
              <a:rPr lang="en-US" sz="2100" dirty="0"/>
              <a:t>.</a:t>
            </a:r>
          </a:p>
          <a:p>
            <a:r>
              <a:rPr lang="en-US" sz="2100" dirty="0"/>
              <a:t>State,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bileşenin</a:t>
            </a:r>
            <a:r>
              <a:rPr lang="en-US" sz="2100" dirty="0"/>
              <a:t> </a:t>
            </a:r>
            <a:r>
              <a:rPr lang="en-US" sz="2100" dirty="0" err="1"/>
              <a:t>içindeki</a:t>
            </a:r>
            <a:r>
              <a:rPr lang="en-US" sz="2100" dirty="0"/>
              <a:t> </a:t>
            </a:r>
            <a:r>
              <a:rPr lang="en-US" sz="2100" dirty="0" err="1"/>
              <a:t>verilerin</a:t>
            </a:r>
            <a:r>
              <a:rPr lang="en-US" sz="2100" dirty="0"/>
              <a:t> </a:t>
            </a:r>
            <a:r>
              <a:rPr lang="en-US" sz="2100" dirty="0" err="1"/>
              <a:t>tutulduğu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JavaScript </a:t>
            </a:r>
            <a:r>
              <a:rPr lang="en-US" sz="2100" dirty="0" err="1"/>
              <a:t>nesnesidir</a:t>
            </a:r>
            <a:r>
              <a:rPr lang="en-US" sz="2100" dirty="0"/>
              <a:t>. Bu </a:t>
            </a:r>
            <a:r>
              <a:rPr lang="en-US" sz="2100" dirty="0" err="1"/>
              <a:t>veriler</a:t>
            </a:r>
            <a:r>
              <a:rPr lang="en-US" sz="2100" dirty="0"/>
              <a:t> </a:t>
            </a:r>
            <a:r>
              <a:rPr lang="en-US" sz="2100" dirty="0" err="1"/>
              <a:t>bileşene</a:t>
            </a:r>
            <a:r>
              <a:rPr lang="en-US" sz="2100" dirty="0"/>
              <a:t> </a:t>
            </a:r>
            <a:r>
              <a:rPr lang="en-US" sz="2100" dirty="0" err="1"/>
              <a:t>özgüdür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bileşenin</a:t>
            </a:r>
            <a:r>
              <a:rPr lang="en-US" sz="2100" dirty="0"/>
              <a:t> </a:t>
            </a:r>
            <a:r>
              <a:rPr lang="en-US" sz="2100" dirty="0" err="1"/>
              <a:t>durumunu</a:t>
            </a:r>
            <a:r>
              <a:rPr lang="en-US" sz="2100" dirty="0"/>
              <a:t> </a:t>
            </a:r>
            <a:r>
              <a:rPr lang="en-US" sz="2100" dirty="0" err="1"/>
              <a:t>temsil</a:t>
            </a:r>
            <a:r>
              <a:rPr lang="en-US" sz="2100" dirty="0"/>
              <a:t> </a:t>
            </a:r>
            <a:r>
              <a:rPr lang="en-US" sz="2100" dirty="0" err="1"/>
              <a:t>eder</a:t>
            </a:r>
            <a:r>
              <a:rPr lang="en-US" sz="2100" dirty="0"/>
              <a:t>. </a:t>
            </a:r>
            <a:r>
              <a:rPr lang="en-US" sz="2100" dirty="0" err="1"/>
              <a:t>Değiştirilebilir</a:t>
            </a:r>
            <a:r>
              <a:rPr lang="en-US" sz="2100" dirty="0"/>
              <a:t> </a:t>
            </a:r>
            <a:r>
              <a:rPr lang="en-US" sz="2100" dirty="0" err="1"/>
              <a:t>niteliktedir</a:t>
            </a:r>
            <a:r>
              <a:rPr lang="en-US" sz="2100" dirty="0"/>
              <a:t>.</a:t>
            </a:r>
          </a:p>
          <a:p>
            <a:r>
              <a:rPr lang="en-US" sz="2100" dirty="0"/>
              <a:t>State, </a:t>
            </a:r>
            <a:r>
              <a:rPr lang="en-US" sz="2100" dirty="0" err="1"/>
              <a:t>bileşenin</a:t>
            </a:r>
            <a:r>
              <a:rPr lang="en-US" sz="2100" dirty="0"/>
              <a:t> </a:t>
            </a:r>
            <a:r>
              <a:rPr lang="en-US" sz="2100" dirty="0" err="1"/>
              <a:t>yaşam</a:t>
            </a:r>
            <a:r>
              <a:rPr lang="en-US" sz="2100" dirty="0"/>
              <a:t> </a:t>
            </a:r>
            <a:r>
              <a:rPr lang="en-US" sz="2100" dirty="0" err="1"/>
              <a:t>döngüsü</a:t>
            </a:r>
            <a:r>
              <a:rPr lang="en-US" sz="2100" dirty="0"/>
              <a:t> </a:t>
            </a:r>
            <a:r>
              <a:rPr lang="en-US" sz="2100" dirty="0" err="1"/>
              <a:t>boyunca</a:t>
            </a:r>
            <a:r>
              <a:rPr lang="en-US" sz="2100" dirty="0"/>
              <a:t> </a:t>
            </a:r>
            <a:r>
              <a:rPr lang="en-US" sz="2100" dirty="0" err="1"/>
              <a:t>güncellenebilir</a:t>
            </a:r>
            <a:r>
              <a:rPr lang="en-US" sz="2100" dirty="0"/>
              <a:t>. </a:t>
            </a:r>
            <a:r>
              <a:rPr lang="en-US" sz="2100" dirty="0" err="1"/>
              <a:t>Bileşenin</a:t>
            </a:r>
            <a:r>
              <a:rPr lang="en-US" sz="2100" dirty="0"/>
              <a:t> </a:t>
            </a:r>
            <a:r>
              <a:rPr lang="en-US" sz="2100" dirty="0" err="1"/>
              <a:t>başlangıç</a:t>
            </a:r>
            <a:r>
              <a:rPr lang="en-US" sz="2100" dirty="0"/>
              <a:t> </a:t>
            </a:r>
            <a:r>
              <a:rPr lang="en-US" sz="2100" dirty="0" err="1"/>
              <a:t>durumu</a:t>
            </a:r>
            <a:r>
              <a:rPr lang="en-US" sz="2100" dirty="0"/>
              <a:t> </a:t>
            </a:r>
            <a:r>
              <a:rPr lang="en-US" sz="2100" dirty="0" err="1"/>
              <a:t>tanımlanır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daha</a:t>
            </a:r>
            <a:r>
              <a:rPr lang="en-US" sz="2100" dirty="0"/>
              <a:t> </a:t>
            </a:r>
            <a:r>
              <a:rPr lang="en-US" sz="2100" dirty="0" err="1"/>
              <a:t>sonra</a:t>
            </a:r>
            <a:r>
              <a:rPr lang="en-US" sz="2100" dirty="0"/>
              <a:t> </a:t>
            </a:r>
            <a:r>
              <a:rPr lang="en-US" sz="2100" dirty="0" err="1"/>
              <a:t>kullanıcı</a:t>
            </a:r>
            <a:r>
              <a:rPr lang="en-US" sz="2100" dirty="0"/>
              <a:t> </a:t>
            </a:r>
            <a:r>
              <a:rPr lang="en-US" sz="2100" dirty="0" err="1"/>
              <a:t>etkileşimi</a:t>
            </a:r>
            <a:r>
              <a:rPr lang="en-US" sz="2100" dirty="0"/>
              <a:t> </a:t>
            </a:r>
            <a:r>
              <a:rPr lang="en-US" sz="2100" dirty="0" err="1"/>
              <a:t>veya</a:t>
            </a:r>
            <a:r>
              <a:rPr lang="en-US" sz="2100" dirty="0"/>
              <a:t> </a:t>
            </a:r>
            <a:r>
              <a:rPr lang="en-US" sz="2100" dirty="0" err="1"/>
              <a:t>veri</a:t>
            </a:r>
            <a:r>
              <a:rPr lang="en-US" sz="2100" dirty="0"/>
              <a:t> </a:t>
            </a:r>
            <a:r>
              <a:rPr lang="en-US" sz="2100" dirty="0" err="1"/>
              <a:t>değişiklikleri</a:t>
            </a:r>
            <a:r>
              <a:rPr lang="en-US" sz="2100" dirty="0"/>
              <a:t> </a:t>
            </a:r>
            <a:r>
              <a:rPr lang="en-US" sz="2100" dirty="0" err="1"/>
              <a:t>gibi</a:t>
            </a:r>
            <a:r>
              <a:rPr lang="en-US" sz="2100" dirty="0"/>
              <a:t> </a:t>
            </a:r>
            <a:r>
              <a:rPr lang="en-US" sz="2100" dirty="0" err="1"/>
              <a:t>olaylara</a:t>
            </a:r>
            <a:r>
              <a:rPr lang="en-US" sz="2100" dirty="0"/>
              <a:t> </a:t>
            </a:r>
            <a:r>
              <a:rPr lang="en-US" sz="2100" dirty="0" err="1"/>
              <a:t>yanıt</a:t>
            </a:r>
            <a:r>
              <a:rPr lang="en-US" sz="2100" dirty="0"/>
              <a:t> </a:t>
            </a:r>
            <a:r>
              <a:rPr lang="en-US" sz="2100" dirty="0" err="1"/>
              <a:t>olarak</a:t>
            </a:r>
            <a:r>
              <a:rPr lang="en-US" sz="2100" dirty="0"/>
              <a:t> </a:t>
            </a:r>
            <a:r>
              <a:rPr lang="en-US" sz="2100" dirty="0" err="1"/>
              <a:t>güncellenebilir</a:t>
            </a:r>
            <a:r>
              <a:rPr lang="en-US" sz="2100" dirty="0"/>
              <a:t>.</a:t>
            </a:r>
          </a:p>
          <a:p>
            <a:r>
              <a:rPr lang="en-US" sz="2100" dirty="0"/>
              <a:t>State, </a:t>
            </a:r>
            <a:r>
              <a:rPr lang="en-US" sz="2100" dirty="0" err="1"/>
              <a:t>sadece</a:t>
            </a:r>
            <a:r>
              <a:rPr lang="en-US" sz="2100" dirty="0"/>
              <a:t> </a:t>
            </a:r>
            <a:r>
              <a:rPr lang="en-US" sz="2100" dirty="0" err="1"/>
              <a:t>içinde</a:t>
            </a:r>
            <a:r>
              <a:rPr lang="en-US" sz="2100" dirty="0"/>
              <a:t> </a:t>
            </a:r>
            <a:r>
              <a:rPr lang="en-US" sz="2100" dirty="0" err="1"/>
              <a:t>bulunduğu</a:t>
            </a:r>
            <a:r>
              <a:rPr lang="en-US" sz="2100" dirty="0"/>
              <a:t> </a:t>
            </a:r>
            <a:r>
              <a:rPr lang="en-US" sz="2100" dirty="0" err="1"/>
              <a:t>bileşene</a:t>
            </a:r>
            <a:r>
              <a:rPr lang="en-US" sz="2100" dirty="0"/>
              <a:t> </a:t>
            </a:r>
            <a:r>
              <a:rPr lang="en-US" sz="2100" dirty="0" err="1"/>
              <a:t>özgüdür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başka</a:t>
            </a:r>
            <a:r>
              <a:rPr lang="en-US" sz="2100" dirty="0"/>
              <a:t> </a:t>
            </a:r>
            <a:r>
              <a:rPr lang="en-US" sz="2100" dirty="0" err="1"/>
              <a:t>bileşenlerle</a:t>
            </a:r>
            <a:r>
              <a:rPr lang="en-US" sz="2100" dirty="0"/>
              <a:t> </a:t>
            </a:r>
            <a:r>
              <a:rPr lang="en-US" sz="2100" dirty="0" err="1"/>
              <a:t>paylaşılmaz</a:t>
            </a:r>
            <a:r>
              <a:rPr lang="en-US" sz="2100" dirty="0"/>
              <a:t>. Veri </a:t>
            </a:r>
            <a:r>
              <a:rPr lang="en-US" sz="2100" dirty="0" err="1"/>
              <a:t>iletişimi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props </a:t>
            </a:r>
            <a:r>
              <a:rPr lang="en-US" sz="2100" dirty="0" err="1"/>
              <a:t>kullanılır</a:t>
            </a:r>
            <a:r>
              <a:rPr lang="en-US" sz="2100" dirty="0"/>
              <a:t>.</a:t>
            </a:r>
          </a:p>
          <a:p>
            <a:r>
              <a:rPr lang="en-US" sz="2100" dirty="0"/>
              <a:t>State, </a:t>
            </a:r>
            <a:r>
              <a:rPr lang="en-US" sz="2100" dirty="0" err="1"/>
              <a:t>bileşenin</a:t>
            </a:r>
            <a:r>
              <a:rPr lang="en-US" sz="2100" dirty="0"/>
              <a:t> "</a:t>
            </a:r>
            <a:r>
              <a:rPr lang="en-US" sz="2100" dirty="0" err="1"/>
              <a:t>setState</a:t>
            </a:r>
            <a:r>
              <a:rPr lang="en-US" sz="2100" dirty="0"/>
              <a:t>" </a:t>
            </a:r>
            <a:r>
              <a:rPr lang="en-US" sz="2100" dirty="0" err="1"/>
              <a:t>veya</a:t>
            </a:r>
            <a:r>
              <a:rPr lang="en-US" sz="2100" dirty="0"/>
              <a:t> hook </a:t>
            </a:r>
            <a:r>
              <a:rPr lang="en-US" sz="2100" dirty="0" err="1"/>
              <a:t>fonksiyonu</a:t>
            </a:r>
            <a:r>
              <a:rPr lang="en-US" sz="2100" dirty="0"/>
              <a:t> "</a:t>
            </a:r>
            <a:r>
              <a:rPr lang="en-US" sz="2100" dirty="0" err="1"/>
              <a:t>useState</a:t>
            </a:r>
            <a:r>
              <a:rPr lang="en-US" sz="2100" dirty="0"/>
              <a:t>" </a:t>
            </a:r>
            <a:r>
              <a:rPr lang="en-US" sz="2100" dirty="0" err="1"/>
              <a:t>kullanılarak</a:t>
            </a:r>
            <a:r>
              <a:rPr lang="en-US" sz="2100" dirty="0"/>
              <a:t> </a:t>
            </a:r>
            <a:r>
              <a:rPr lang="en-US" sz="2100" dirty="0" err="1"/>
              <a:t>güncellenebilir</a:t>
            </a:r>
            <a:r>
              <a:rPr lang="en-US" sz="2100" dirty="0"/>
              <a:t>. State </a:t>
            </a:r>
            <a:r>
              <a:rPr lang="en-US" sz="2100" dirty="0" err="1"/>
              <a:t>güncellendiğinde</a:t>
            </a:r>
            <a:r>
              <a:rPr lang="en-US" sz="2100" dirty="0"/>
              <a:t>, React </a:t>
            </a:r>
            <a:r>
              <a:rPr lang="en-US" sz="2100" dirty="0" err="1"/>
              <a:t>otomatik</a:t>
            </a:r>
            <a:r>
              <a:rPr lang="en-US" sz="2100" dirty="0"/>
              <a:t> </a:t>
            </a:r>
            <a:r>
              <a:rPr lang="en-US" sz="2100" dirty="0" err="1"/>
              <a:t>olarak</a:t>
            </a:r>
            <a:r>
              <a:rPr lang="en-US" sz="2100" dirty="0"/>
              <a:t> </a:t>
            </a:r>
            <a:r>
              <a:rPr lang="en-US" sz="2100" dirty="0" err="1"/>
              <a:t>bileşenin</a:t>
            </a:r>
            <a:r>
              <a:rPr lang="en-US" sz="2100" dirty="0"/>
              <a:t> </a:t>
            </a:r>
            <a:r>
              <a:rPr lang="en-US" sz="2100" dirty="0" err="1"/>
              <a:t>yeniden</a:t>
            </a:r>
            <a:r>
              <a:rPr lang="en-US" sz="2100" dirty="0"/>
              <a:t> render </a:t>
            </a:r>
            <a:r>
              <a:rPr lang="en-US" sz="2100" dirty="0" err="1"/>
              <a:t>edilmesini</a:t>
            </a:r>
            <a:r>
              <a:rPr lang="en-US" sz="2100" dirty="0"/>
              <a:t> </a:t>
            </a:r>
            <a:r>
              <a:rPr lang="en-US" sz="2100" dirty="0" err="1"/>
              <a:t>sağlar</a:t>
            </a:r>
            <a:r>
              <a:rPr lang="en-US" sz="2100" dirty="0"/>
              <a:t>, </a:t>
            </a:r>
            <a:r>
              <a:rPr lang="en-US" sz="2100" dirty="0" err="1"/>
              <a:t>böylece</a:t>
            </a:r>
            <a:r>
              <a:rPr lang="en-US" sz="2100" dirty="0"/>
              <a:t> </a:t>
            </a:r>
            <a:r>
              <a:rPr lang="en-US" sz="2100" dirty="0" err="1"/>
              <a:t>güncel</a:t>
            </a:r>
            <a:r>
              <a:rPr lang="en-US" sz="2100" dirty="0"/>
              <a:t> </a:t>
            </a:r>
            <a:r>
              <a:rPr lang="en-US" sz="2100" dirty="0" err="1"/>
              <a:t>veriler</a:t>
            </a:r>
            <a:r>
              <a:rPr lang="en-US" sz="2100" dirty="0"/>
              <a:t> </a:t>
            </a:r>
            <a:r>
              <a:rPr lang="en-US" sz="2100" dirty="0" err="1"/>
              <a:t>görüntülenir</a:t>
            </a:r>
            <a:r>
              <a:rPr lang="en-US" sz="2100" dirty="0"/>
              <a:t>.</a:t>
            </a:r>
          </a:p>
          <a:p>
            <a:endParaRPr lang="en-US" sz="2100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</p:spTree>
    <p:extLst>
      <p:ext uri="{BB962C8B-B14F-4D97-AF65-F5344CB8AC3E}">
        <p14:creationId xmlns:p14="http://schemas.microsoft.com/office/powerpoint/2010/main" val="1468024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 err="1"/>
              <a:t>State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05400"/>
          </a:xfrm>
        </p:spPr>
        <p:txBody>
          <a:bodyPr/>
          <a:lstStyle/>
          <a:p>
            <a:r>
              <a:rPr lang="en-US" sz="2100" dirty="0"/>
              <a:t>State </a:t>
            </a:r>
            <a:r>
              <a:rPr lang="en-US" sz="2100" dirty="0" err="1"/>
              <a:t>kavramını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örnek</a:t>
            </a:r>
            <a:r>
              <a:rPr lang="en-US" sz="2100" dirty="0"/>
              <a:t> </a:t>
            </a:r>
            <a:r>
              <a:rPr lang="en-US" sz="2100" dirty="0" err="1"/>
              <a:t>yaparak</a:t>
            </a:r>
            <a:r>
              <a:rPr lang="en-US" sz="2100" dirty="0"/>
              <a:t> </a:t>
            </a:r>
            <a:r>
              <a:rPr lang="en-US" sz="2100" dirty="0" err="1"/>
              <a:t>anlamaya</a:t>
            </a:r>
            <a:r>
              <a:rPr lang="en-US" sz="2100" dirty="0"/>
              <a:t> </a:t>
            </a:r>
            <a:r>
              <a:rPr lang="en-US" sz="2100" dirty="0" err="1"/>
              <a:t>çalışalım</a:t>
            </a:r>
            <a:r>
              <a:rPr lang="en-US" sz="2100" dirty="0"/>
              <a:t>. </a:t>
            </a:r>
            <a:r>
              <a:rPr lang="en-US" sz="2100" dirty="0" err="1"/>
              <a:t>Kullanıcının</a:t>
            </a:r>
            <a:r>
              <a:rPr lang="en-US" sz="2100" dirty="0"/>
              <a:t> </a:t>
            </a:r>
            <a:r>
              <a:rPr lang="en-US" sz="2100" dirty="0" err="1"/>
              <a:t>Arama</a:t>
            </a:r>
            <a:r>
              <a:rPr lang="en-US" sz="2100" dirty="0"/>
              <a:t> </a:t>
            </a:r>
            <a:r>
              <a:rPr lang="en-US" sz="2100" dirty="0" err="1"/>
              <a:t>bileşeninde</a:t>
            </a:r>
            <a:r>
              <a:rPr lang="en-US" sz="2100" dirty="0"/>
              <a:t> </a:t>
            </a:r>
            <a:r>
              <a:rPr lang="en-US" sz="2100" dirty="0" err="1"/>
              <a:t>yer</a:t>
            </a:r>
            <a:r>
              <a:rPr lang="en-US" sz="2100" dirty="0"/>
              <a:t> </a:t>
            </a:r>
            <a:r>
              <a:rPr lang="en-US" sz="2100" dirty="0" err="1"/>
              <a:t>alan</a:t>
            </a:r>
            <a:r>
              <a:rPr lang="en-US" sz="2100" dirty="0"/>
              <a:t> </a:t>
            </a:r>
            <a:r>
              <a:rPr lang="en-US" sz="2100" dirty="0" err="1"/>
              <a:t>arama</a:t>
            </a:r>
            <a:r>
              <a:rPr lang="en-US" sz="2100" dirty="0"/>
              <a:t> </a:t>
            </a:r>
            <a:r>
              <a:rPr lang="en-US" sz="2100" dirty="0" err="1"/>
              <a:t>kutusuna</a:t>
            </a:r>
            <a:r>
              <a:rPr lang="en-US" sz="2100" dirty="0"/>
              <a:t> </a:t>
            </a:r>
            <a:r>
              <a:rPr lang="en-US" sz="2100" dirty="0" err="1"/>
              <a:t>yazdığı</a:t>
            </a:r>
            <a:r>
              <a:rPr lang="en-US" sz="2100" dirty="0"/>
              <a:t> </a:t>
            </a:r>
            <a:r>
              <a:rPr lang="en-US" sz="2100" dirty="0" err="1"/>
              <a:t>metni</a:t>
            </a:r>
            <a:r>
              <a:rPr lang="en-US" sz="2100" dirty="0"/>
              <a:t> </a:t>
            </a:r>
            <a:r>
              <a:rPr lang="en-US" sz="2100" dirty="0" err="1"/>
              <a:t>anlık</a:t>
            </a:r>
            <a:r>
              <a:rPr lang="en-US" sz="2100" dirty="0"/>
              <a:t> </a:t>
            </a:r>
            <a:r>
              <a:rPr lang="en-US" sz="2100" dirty="0" err="1"/>
              <a:t>olarak</a:t>
            </a:r>
            <a:r>
              <a:rPr lang="en-US" sz="2100" dirty="0"/>
              <a:t> ”&lt;</a:t>
            </a:r>
            <a:r>
              <a:rPr lang="en-US" sz="2100" dirty="0" err="1"/>
              <a:t>metin</a:t>
            </a:r>
            <a:r>
              <a:rPr lang="en-US" sz="2100" dirty="0"/>
              <a:t>&gt; </a:t>
            </a:r>
            <a:r>
              <a:rPr lang="en-US" sz="2100" dirty="0" err="1"/>
              <a:t>aranıyor</a:t>
            </a:r>
            <a:r>
              <a:rPr lang="en-US" sz="2100" dirty="0"/>
              <a:t>…” </a:t>
            </a:r>
            <a:r>
              <a:rPr lang="en-US" sz="2100" dirty="0" err="1"/>
              <a:t>şeklinde</a:t>
            </a:r>
            <a:r>
              <a:rPr lang="en-US" sz="2100" dirty="0"/>
              <a:t> </a:t>
            </a:r>
            <a:r>
              <a:rPr lang="en-US" sz="2100" dirty="0" err="1"/>
              <a:t>ekrana</a:t>
            </a:r>
            <a:r>
              <a:rPr lang="en-US" sz="2100" dirty="0"/>
              <a:t> </a:t>
            </a:r>
            <a:r>
              <a:rPr lang="en-US" sz="2100" dirty="0" err="1"/>
              <a:t>yazacak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özellik</a:t>
            </a:r>
            <a:r>
              <a:rPr lang="en-US" sz="2100" dirty="0"/>
              <a:t> </a:t>
            </a:r>
            <a:r>
              <a:rPr lang="en-US" sz="2100" dirty="0" err="1"/>
              <a:t>ekleyelim</a:t>
            </a:r>
            <a:r>
              <a:rPr lang="en-US" sz="2100" dirty="0"/>
              <a:t>.</a:t>
            </a:r>
          </a:p>
          <a:p>
            <a:r>
              <a:rPr lang="en-US" sz="2100" dirty="0"/>
              <a:t>State </a:t>
            </a:r>
            <a:r>
              <a:rPr lang="en-US" sz="2100" dirty="0" err="1"/>
              <a:t>kullanabilmemiz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</a:t>
            </a:r>
            <a:r>
              <a:rPr lang="en-US" sz="2100" dirty="0" err="1"/>
              <a:t>önce</a:t>
            </a:r>
            <a:r>
              <a:rPr lang="en-US" sz="2100" dirty="0"/>
              <a:t> </a:t>
            </a:r>
            <a:r>
              <a:rPr lang="en-US" sz="2100" dirty="0" err="1"/>
              <a:t>react’i</a:t>
            </a:r>
            <a:r>
              <a:rPr lang="en-US" sz="2100" dirty="0"/>
              <a:t> import </a:t>
            </a:r>
            <a:r>
              <a:rPr lang="en-US" sz="2100" dirty="0" err="1"/>
              <a:t>etmemiz</a:t>
            </a:r>
            <a:r>
              <a:rPr lang="en-US" sz="2100" dirty="0"/>
              <a:t> </a:t>
            </a:r>
            <a:r>
              <a:rPr lang="en-US" sz="2100" dirty="0" err="1"/>
              <a:t>lazım</a:t>
            </a:r>
            <a:r>
              <a:rPr lang="en-US" sz="2100" dirty="0"/>
              <a:t>.</a:t>
            </a:r>
          </a:p>
          <a:p>
            <a:pPr lvl="1"/>
            <a:r>
              <a:rPr lang="en-US" sz="1700" dirty="0"/>
              <a:t>import React from 'react’</a:t>
            </a:r>
          </a:p>
          <a:p>
            <a:r>
              <a:rPr lang="en-US" sz="2100" dirty="0" err="1"/>
              <a:t>useState</a:t>
            </a:r>
            <a:r>
              <a:rPr lang="en-US" sz="2100" dirty="0"/>
              <a:t> hook </a:t>
            </a:r>
            <a:r>
              <a:rPr lang="en-US" sz="2100" dirty="0" err="1"/>
              <a:t>metodu</a:t>
            </a:r>
            <a:r>
              <a:rPr lang="en-US" sz="2100" dirty="0"/>
              <a:t> </a:t>
            </a:r>
            <a:r>
              <a:rPr lang="en-US" sz="2100" dirty="0" err="1"/>
              <a:t>aracılığı</a:t>
            </a:r>
            <a:r>
              <a:rPr lang="en-US" sz="2100" dirty="0"/>
              <a:t> </a:t>
            </a:r>
            <a:r>
              <a:rPr lang="en-US" sz="2100" dirty="0" err="1"/>
              <a:t>ile</a:t>
            </a:r>
            <a:r>
              <a:rPr lang="en-US" sz="2100" dirty="0"/>
              <a:t> </a:t>
            </a:r>
            <a:r>
              <a:rPr lang="en-US" sz="2100" dirty="0" err="1"/>
              <a:t>aramaMetni</a:t>
            </a:r>
            <a:r>
              <a:rPr lang="en-US" sz="2100" dirty="0"/>
              <a:t> </a:t>
            </a:r>
            <a:r>
              <a:rPr lang="en-US" sz="2100" dirty="0" err="1"/>
              <a:t>isminde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State </a:t>
            </a:r>
            <a:r>
              <a:rPr lang="en-US" sz="2100" dirty="0" err="1"/>
              <a:t>oluşturmalıyız</a:t>
            </a:r>
            <a:r>
              <a:rPr lang="en-US" sz="2100" dirty="0"/>
              <a:t>. </a:t>
            </a:r>
            <a:r>
              <a:rPr lang="en-US" sz="2100" dirty="0" err="1"/>
              <a:t>useState</a:t>
            </a:r>
            <a:r>
              <a:rPr lang="en-US" sz="2100" dirty="0"/>
              <a:t> </a:t>
            </a:r>
            <a:r>
              <a:rPr lang="en-US" sz="2100" dirty="0" err="1"/>
              <a:t>içindeki</a:t>
            </a:r>
            <a:r>
              <a:rPr lang="en-US" sz="2100" dirty="0"/>
              <a:t> </a:t>
            </a:r>
            <a:r>
              <a:rPr lang="en-US" sz="2100" dirty="0" err="1"/>
              <a:t>ifade</a:t>
            </a:r>
            <a:r>
              <a:rPr lang="en-US" sz="2100" dirty="0"/>
              <a:t> ilk </a:t>
            </a:r>
            <a:r>
              <a:rPr lang="en-US" sz="2100" dirty="0" err="1"/>
              <a:t>durumu</a:t>
            </a:r>
            <a:r>
              <a:rPr lang="en-US" sz="2100" dirty="0"/>
              <a:t> </a:t>
            </a:r>
            <a:r>
              <a:rPr lang="en-US" sz="2100" dirty="0" err="1"/>
              <a:t>temsil</a:t>
            </a:r>
            <a:r>
              <a:rPr lang="en-US" sz="2100" dirty="0"/>
              <a:t> </a:t>
            </a:r>
            <a:r>
              <a:rPr lang="en-US" sz="2100" dirty="0" err="1"/>
              <a:t>eder</a:t>
            </a:r>
            <a:r>
              <a:rPr lang="en-US" sz="2100" dirty="0"/>
              <a:t>.</a:t>
            </a:r>
          </a:p>
          <a:p>
            <a:pPr lvl="1"/>
            <a:r>
              <a:rPr lang="en-US" sz="1700" dirty="0"/>
              <a:t>const [</a:t>
            </a:r>
            <a:r>
              <a:rPr lang="en-US" sz="1700" dirty="0" err="1"/>
              <a:t>aramaMetni</a:t>
            </a:r>
            <a:r>
              <a:rPr lang="en-US" sz="1700" dirty="0"/>
              <a:t>, </a:t>
            </a:r>
            <a:r>
              <a:rPr lang="en-US" sz="1700" dirty="0" err="1"/>
              <a:t>setAramaMetni</a:t>
            </a:r>
            <a:r>
              <a:rPr lang="en-US" sz="1700" dirty="0"/>
              <a:t>] = </a:t>
            </a:r>
            <a:r>
              <a:rPr lang="en-US" sz="1700" dirty="0" err="1"/>
              <a:t>React.useState</a:t>
            </a:r>
            <a:r>
              <a:rPr lang="en-US" sz="1700" dirty="0"/>
              <a:t>("");</a:t>
            </a:r>
          </a:p>
          <a:p>
            <a:r>
              <a:rPr lang="en-US" sz="2100" dirty="0"/>
              <a:t>Son </a:t>
            </a:r>
            <a:r>
              <a:rPr lang="en-US" sz="2100" dirty="0" err="1"/>
              <a:t>olarak</a:t>
            </a:r>
            <a:r>
              <a:rPr lang="en-US" sz="2100" dirty="0"/>
              <a:t> da </a:t>
            </a:r>
            <a:r>
              <a:rPr lang="en-US" sz="2100" dirty="0" err="1"/>
              <a:t>handleChange</a:t>
            </a:r>
            <a:r>
              <a:rPr lang="en-US" sz="2100" dirty="0"/>
              <a:t> </a:t>
            </a:r>
            <a:r>
              <a:rPr lang="en-US" sz="2100" dirty="0" err="1"/>
              <a:t>metodunda</a:t>
            </a:r>
            <a:r>
              <a:rPr lang="en-US" sz="2100" dirty="0"/>
              <a:t> </a:t>
            </a:r>
            <a:r>
              <a:rPr lang="en-US" sz="2100" dirty="0" err="1"/>
              <a:t>ekrandaki</a:t>
            </a:r>
            <a:r>
              <a:rPr lang="en-US" sz="2100" dirty="0"/>
              <a:t> her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değişiklikte</a:t>
            </a:r>
            <a:r>
              <a:rPr lang="en-US" sz="2100" dirty="0"/>
              <a:t> </a:t>
            </a:r>
            <a:r>
              <a:rPr lang="en-US" sz="2100" dirty="0" err="1"/>
              <a:t>gelen</a:t>
            </a:r>
            <a:r>
              <a:rPr lang="en-US" sz="2100" dirty="0"/>
              <a:t> </a:t>
            </a:r>
            <a:r>
              <a:rPr lang="en-US" sz="2100" dirty="0" err="1"/>
              <a:t>veriyi</a:t>
            </a:r>
            <a:r>
              <a:rPr lang="en-US" sz="2100" dirty="0"/>
              <a:t> state </a:t>
            </a:r>
            <a:r>
              <a:rPr lang="en-US" sz="2100" dirty="0" err="1"/>
              <a:t>metoduna</a:t>
            </a:r>
            <a:r>
              <a:rPr lang="en-US" sz="2100" dirty="0"/>
              <a:t> </a:t>
            </a:r>
            <a:r>
              <a:rPr lang="en-US" sz="2100" dirty="0" err="1"/>
              <a:t>göndermeliyiz</a:t>
            </a:r>
            <a:r>
              <a:rPr lang="en-US" sz="2100" dirty="0"/>
              <a:t>.</a:t>
            </a:r>
          </a:p>
          <a:p>
            <a:pPr lvl="1"/>
            <a:r>
              <a:rPr lang="en-US" sz="1700" dirty="0" err="1"/>
              <a:t>setAramaMetni</a:t>
            </a:r>
            <a:r>
              <a:rPr lang="en-US" sz="1700" dirty="0"/>
              <a:t>(</a:t>
            </a:r>
            <a:r>
              <a:rPr lang="en-US" sz="1700" dirty="0" err="1"/>
              <a:t>event.target.value</a:t>
            </a:r>
            <a:r>
              <a:rPr lang="en-US" sz="1700" dirty="0"/>
              <a:t>);</a:t>
            </a:r>
          </a:p>
          <a:p>
            <a:r>
              <a:rPr lang="en-US" sz="2100" dirty="0" err="1"/>
              <a:t>useState</a:t>
            </a:r>
            <a:r>
              <a:rPr lang="en-US" sz="2100" dirty="0"/>
              <a:t> </a:t>
            </a:r>
            <a:r>
              <a:rPr lang="en-US" sz="2100" dirty="0" err="1"/>
              <a:t>metodunu</a:t>
            </a:r>
            <a:r>
              <a:rPr lang="en-US" sz="2100" dirty="0"/>
              <a:t> </a:t>
            </a:r>
            <a:r>
              <a:rPr lang="en-US" sz="2100" dirty="0" err="1"/>
              <a:t>kullanarak</a:t>
            </a:r>
            <a:r>
              <a:rPr lang="en-US" sz="2100" dirty="0"/>
              <a:t> </a:t>
            </a:r>
            <a:r>
              <a:rPr lang="en-US" sz="2100" dirty="0" err="1"/>
              <a:t>React’a</a:t>
            </a:r>
            <a:r>
              <a:rPr lang="en-US" sz="2100" dirty="0"/>
              <a:t> </a:t>
            </a:r>
            <a:r>
              <a:rPr lang="en-US" sz="2100" dirty="0" err="1"/>
              <a:t>durumu</a:t>
            </a:r>
            <a:r>
              <a:rPr lang="en-US" sz="2100" dirty="0"/>
              <a:t> </a:t>
            </a:r>
            <a:r>
              <a:rPr lang="en-US" sz="2100" dirty="0" err="1"/>
              <a:t>sürekli</a:t>
            </a:r>
            <a:r>
              <a:rPr lang="en-US" sz="2100" dirty="0"/>
              <a:t> </a:t>
            </a:r>
            <a:r>
              <a:rPr lang="en-US" sz="2100" dirty="0" err="1"/>
              <a:t>değişen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veri</a:t>
            </a:r>
            <a:r>
              <a:rPr lang="en-US" sz="2100" dirty="0"/>
              <a:t> </a:t>
            </a:r>
            <a:r>
              <a:rPr lang="en-US" sz="2100" dirty="0" err="1"/>
              <a:t>olduğunu</a:t>
            </a:r>
            <a:r>
              <a:rPr lang="en-US" sz="2100" dirty="0"/>
              <a:t> </a:t>
            </a:r>
            <a:r>
              <a:rPr lang="en-US" sz="2100" dirty="0" err="1"/>
              <a:t>bildiriyoruz</a:t>
            </a:r>
            <a:r>
              <a:rPr lang="en-US" sz="2100" dirty="0"/>
              <a:t>. </a:t>
            </a:r>
            <a:r>
              <a:rPr lang="en-US" sz="2100" dirty="0" err="1"/>
              <a:t>Anlık</a:t>
            </a:r>
            <a:r>
              <a:rPr lang="en-US" sz="2100" dirty="0"/>
              <a:t> durum </a:t>
            </a:r>
            <a:r>
              <a:rPr lang="en-US" sz="2100" dirty="0" err="1"/>
              <a:t>aramaMetni</a:t>
            </a:r>
            <a:r>
              <a:rPr lang="en-US" sz="2100" dirty="0"/>
              <a:t> </a:t>
            </a:r>
            <a:r>
              <a:rPr lang="en-US" sz="2100" dirty="0" err="1"/>
              <a:t>değişkeninde</a:t>
            </a:r>
            <a:r>
              <a:rPr lang="en-US" sz="2100" dirty="0"/>
              <a:t> </a:t>
            </a:r>
            <a:r>
              <a:rPr lang="en-US" sz="2100" dirty="0" err="1"/>
              <a:t>tutuluyor</a:t>
            </a:r>
            <a:r>
              <a:rPr lang="en-US" sz="2100" dirty="0"/>
              <a:t>. </a:t>
            </a:r>
            <a:r>
              <a:rPr lang="en-US" sz="2100" dirty="0" err="1"/>
              <a:t>setAramaMetni</a:t>
            </a:r>
            <a:r>
              <a:rPr lang="en-US" sz="2100" dirty="0"/>
              <a:t> </a:t>
            </a:r>
            <a:r>
              <a:rPr lang="en-US" sz="2100" dirty="0" err="1"/>
              <a:t>metodu</a:t>
            </a:r>
            <a:r>
              <a:rPr lang="en-US" sz="2100" dirty="0"/>
              <a:t> </a:t>
            </a:r>
            <a:r>
              <a:rPr lang="en-US" sz="2100" dirty="0" err="1"/>
              <a:t>ise</a:t>
            </a:r>
            <a:r>
              <a:rPr lang="en-US" sz="2100" dirty="0"/>
              <a:t> durum her </a:t>
            </a:r>
            <a:r>
              <a:rPr lang="en-US" sz="2100" dirty="0" err="1"/>
              <a:t>değiştiğinde</a:t>
            </a:r>
            <a:r>
              <a:rPr lang="en-US" sz="2100" dirty="0"/>
              <a:t> </a:t>
            </a:r>
            <a:r>
              <a:rPr lang="en-US" sz="2100" dirty="0" err="1"/>
              <a:t>aramaMetni</a:t>
            </a:r>
            <a:r>
              <a:rPr lang="en-US" sz="2100" dirty="0"/>
              <a:t> </a:t>
            </a:r>
            <a:r>
              <a:rPr lang="en-US" sz="2100" dirty="0" err="1"/>
              <a:t>değişkenini</a:t>
            </a:r>
            <a:r>
              <a:rPr lang="en-US" sz="2100" dirty="0"/>
              <a:t> yeni </a:t>
            </a:r>
            <a:r>
              <a:rPr lang="en-US" sz="2100" dirty="0" err="1"/>
              <a:t>veriyle</a:t>
            </a:r>
            <a:r>
              <a:rPr lang="en-US" sz="2100" dirty="0"/>
              <a:t> </a:t>
            </a:r>
            <a:r>
              <a:rPr lang="en-US" sz="2100" dirty="0" err="1"/>
              <a:t>dolduruyor</a:t>
            </a:r>
            <a:r>
              <a:rPr lang="en-US" sz="2100" dirty="0"/>
              <a:t>.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</p:spTree>
    <p:extLst>
      <p:ext uri="{BB962C8B-B14F-4D97-AF65-F5344CB8AC3E}">
        <p14:creationId xmlns:p14="http://schemas.microsoft.com/office/powerpoint/2010/main" val="4263269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 err="1"/>
              <a:t>State</a:t>
            </a:r>
            <a:endParaRPr lang="tr-TR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26DF6C-503C-EE66-5230-A670C53CB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045" y="1371600"/>
            <a:ext cx="4289359" cy="2667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94A706-151B-88EC-5B6B-DE0CDC5E7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886200"/>
            <a:ext cx="5556250" cy="228595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730F2F9-7DFE-01AC-245F-04F905E8C30E}"/>
              </a:ext>
            </a:extLst>
          </p:cNvPr>
          <p:cNvSpPr txBox="1"/>
          <p:nvPr/>
        </p:nvSpPr>
        <p:spPr>
          <a:xfrm>
            <a:off x="1486761" y="6098930"/>
            <a:ext cx="5295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b="1" dirty="0"/>
              <a:t>Örnek: </a:t>
            </a:r>
            <a:r>
              <a:rPr lang="tr-TR" sz="2000" dirty="0">
                <a:hlinkClick r:id="rId5"/>
              </a:rPr>
              <a:t>https://codesandbox.io/s/state-qyh8yi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3085398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 err="1"/>
              <a:t>State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05400"/>
          </a:xfrm>
        </p:spPr>
        <p:txBody>
          <a:bodyPr/>
          <a:lstStyle/>
          <a:p>
            <a:r>
              <a:rPr lang="en-US" sz="2100" dirty="0" err="1"/>
              <a:t>Kullanıcı</a:t>
            </a:r>
            <a:r>
              <a:rPr lang="en-US" sz="2100" dirty="0"/>
              <a:t> </a:t>
            </a:r>
            <a:r>
              <a:rPr lang="en-US" sz="2100" dirty="0" err="1"/>
              <a:t>giriş</a:t>
            </a:r>
            <a:r>
              <a:rPr lang="en-US" sz="2100" dirty="0"/>
              <a:t> </a:t>
            </a:r>
            <a:r>
              <a:rPr lang="en-US" sz="2100" dirty="0" err="1"/>
              <a:t>alanına</a:t>
            </a:r>
            <a:r>
              <a:rPr lang="en-US" sz="2100" dirty="0"/>
              <a:t> </a:t>
            </a:r>
            <a:r>
              <a:rPr lang="en-US" sz="2100" dirty="0" err="1"/>
              <a:t>yazdığında</a:t>
            </a:r>
            <a:r>
              <a:rPr lang="en-US" sz="2100" dirty="0"/>
              <a:t>, </a:t>
            </a:r>
            <a:r>
              <a:rPr lang="en-US" sz="2100" dirty="0" err="1"/>
              <a:t>giriş</a:t>
            </a:r>
            <a:r>
              <a:rPr lang="en-US" sz="2100" dirty="0"/>
              <a:t> </a:t>
            </a:r>
            <a:r>
              <a:rPr lang="en-US" sz="2100" dirty="0" err="1"/>
              <a:t>alanının</a:t>
            </a:r>
            <a:r>
              <a:rPr lang="en-US" sz="2100" dirty="0"/>
              <a:t> change </a:t>
            </a:r>
            <a:r>
              <a:rPr lang="en-US" sz="2100" dirty="0" err="1"/>
              <a:t>olayı</a:t>
            </a:r>
            <a:r>
              <a:rPr lang="en-US" sz="2100" dirty="0"/>
              <a:t>, event handler </a:t>
            </a:r>
            <a:r>
              <a:rPr lang="en-US" sz="2100" dirty="0" err="1"/>
              <a:t>metoduna</a:t>
            </a:r>
            <a:r>
              <a:rPr lang="en-US" sz="2100" dirty="0"/>
              <a:t> </a:t>
            </a:r>
            <a:r>
              <a:rPr lang="en-US" sz="2100" dirty="0" err="1"/>
              <a:t>girer</a:t>
            </a:r>
            <a:r>
              <a:rPr lang="en-US" sz="2100" dirty="0"/>
              <a:t>. Handler, </a:t>
            </a:r>
            <a:r>
              <a:rPr lang="en-US" sz="2100" dirty="0" err="1"/>
              <a:t>güncellenen</a:t>
            </a:r>
            <a:r>
              <a:rPr lang="en-US" sz="2100" dirty="0"/>
              <a:t> </a:t>
            </a:r>
            <a:r>
              <a:rPr lang="en-US" sz="2100" dirty="0" err="1"/>
              <a:t>state’i</a:t>
            </a:r>
            <a:r>
              <a:rPr lang="en-US" sz="2100" dirty="0"/>
              <a:t> </a:t>
            </a:r>
            <a:r>
              <a:rPr lang="en-US" sz="2100" dirty="0" err="1"/>
              <a:t>ayarlamak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</a:t>
            </a:r>
            <a:r>
              <a:rPr lang="en-US" sz="2100" dirty="0" err="1"/>
              <a:t>olayın</a:t>
            </a:r>
            <a:r>
              <a:rPr lang="en-US" sz="2100" dirty="0"/>
              <a:t> </a:t>
            </a:r>
            <a:r>
              <a:rPr lang="en-US" sz="2100" dirty="0" err="1"/>
              <a:t>hedef</a:t>
            </a:r>
            <a:r>
              <a:rPr lang="en-US" sz="2100" dirty="0"/>
              <a:t> </a:t>
            </a:r>
            <a:r>
              <a:rPr lang="en-US" sz="2100" dirty="0" err="1"/>
              <a:t>değerini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state </a:t>
            </a:r>
            <a:r>
              <a:rPr lang="en-US" sz="2100" dirty="0" err="1"/>
              <a:t>güncelleyici</a:t>
            </a:r>
            <a:r>
              <a:rPr lang="en-US" sz="2100" dirty="0"/>
              <a:t> </a:t>
            </a:r>
            <a:r>
              <a:rPr lang="en-US" sz="2100" dirty="0" err="1"/>
              <a:t>metodu</a:t>
            </a:r>
            <a:r>
              <a:rPr lang="en-US" sz="2100" dirty="0"/>
              <a:t> </a:t>
            </a:r>
            <a:r>
              <a:rPr lang="en-US" sz="2100" dirty="0" err="1"/>
              <a:t>kullanır</a:t>
            </a:r>
            <a:r>
              <a:rPr lang="en-US" sz="2100" dirty="0"/>
              <a:t>. </a:t>
            </a:r>
            <a:r>
              <a:rPr lang="en-US" sz="2100" dirty="0" err="1"/>
              <a:t>Daha</a:t>
            </a:r>
            <a:r>
              <a:rPr lang="en-US" sz="2100" dirty="0"/>
              <a:t> </a:t>
            </a:r>
            <a:r>
              <a:rPr lang="en-US" sz="2100" dirty="0" err="1"/>
              <a:t>sonra</a:t>
            </a:r>
            <a:r>
              <a:rPr lang="en-US" sz="2100" dirty="0"/>
              <a:t> </a:t>
            </a:r>
            <a:r>
              <a:rPr lang="en-US" sz="2100" dirty="0" err="1"/>
              <a:t>bileşen</a:t>
            </a:r>
            <a:r>
              <a:rPr lang="en-US" sz="2100" dirty="0"/>
              <a:t> </a:t>
            </a:r>
            <a:r>
              <a:rPr lang="en-US" sz="2100" dirty="0" err="1"/>
              <a:t>yeniden</a:t>
            </a:r>
            <a:r>
              <a:rPr lang="en-US" sz="2100" dirty="0"/>
              <a:t> render </a:t>
            </a:r>
            <a:r>
              <a:rPr lang="en-US" sz="2100" dirty="0" err="1"/>
              <a:t>edilir</a:t>
            </a:r>
            <a:r>
              <a:rPr lang="en-US" sz="2100" dirty="0"/>
              <a:t>. </a:t>
            </a:r>
            <a:r>
              <a:rPr lang="en-US" sz="2100" dirty="0" err="1"/>
              <a:t>Güncellenen</a:t>
            </a:r>
            <a:r>
              <a:rPr lang="en-US" sz="2100" dirty="0"/>
              <a:t> state, </a:t>
            </a:r>
            <a:r>
              <a:rPr lang="en-US" sz="2100" dirty="0" err="1"/>
              <a:t>geçerli</a:t>
            </a:r>
            <a:r>
              <a:rPr lang="en-US" sz="2100" dirty="0"/>
              <a:t> state </a:t>
            </a:r>
            <a:r>
              <a:rPr lang="en-US" sz="2100" dirty="0" err="1"/>
              <a:t>haline</a:t>
            </a:r>
            <a:r>
              <a:rPr lang="en-US" sz="2100" dirty="0"/>
              <a:t> </a:t>
            </a:r>
            <a:r>
              <a:rPr lang="en-US" sz="2100" dirty="0" err="1"/>
              <a:t>gelir</a:t>
            </a:r>
            <a:r>
              <a:rPr lang="en-US" sz="2100" dirty="0"/>
              <a:t> (</a:t>
            </a:r>
            <a:r>
              <a:rPr lang="en-US" sz="2100" dirty="0" err="1"/>
              <a:t>aramaMetni</a:t>
            </a:r>
            <a:r>
              <a:rPr lang="en-US" sz="2100" dirty="0"/>
              <a:t>)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bileşenin</a:t>
            </a:r>
            <a:r>
              <a:rPr lang="en-US" sz="2100" dirty="0"/>
              <a:t> </a:t>
            </a:r>
            <a:r>
              <a:rPr lang="en-US" sz="2100" dirty="0" err="1"/>
              <a:t>JSX'inde</a:t>
            </a:r>
            <a:r>
              <a:rPr lang="en-US" sz="2100" dirty="0"/>
              <a:t> </a:t>
            </a:r>
            <a:r>
              <a:rPr lang="en-US" sz="2100" dirty="0" err="1"/>
              <a:t>görüntülenir</a:t>
            </a:r>
            <a:r>
              <a:rPr lang="en-US" sz="2100" dirty="0"/>
              <a:t>.</a:t>
            </a:r>
          </a:p>
          <a:p>
            <a:r>
              <a:rPr lang="en-US" sz="2100" dirty="0"/>
              <a:t>Bir React </a:t>
            </a:r>
            <a:r>
              <a:rPr lang="en-US" sz="2100" dirty="0" err="1"/>
              <a:t>uygulamasındaki</a:t>
            </a:r>
            <a:r>
              <a:rPr lang="en-US" sz="2100" dirty="0"/>
              <a:t> her </a:t>
            </a:r>
            <a:r>
              <a:rPr lang="en-US" sz="2100" dirty="0" err="1"/>
              <a:t>bileşenin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ilk render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ardından</a:t>
            </a:r>
            <a:r>
              <a:rPr lang="en-US" sz="2100" dirty="0"/>
              <a:t> </a:t>
            </a:r>
            <a:r>
              <a:rPr lang="en-US" sz="2100" dirty="0" err="1"/>
              <a:t>potansiyel</a:t>
            </a:r>
            <a:r>
              <a:rPr lang="en-US" sz="2100" dirty="0"/>
              <a:t> re-render </a:t>
            </a:r>
            <a:r>
              <a:rPr lang="en-US" sz="2100" dirty="0" err="1"/>
              <a:t>işlemleri</a:t>
            </a:r>
            <a:r>
              <a:rPr lang="en-US" sz="2100" dirty="0"/>
              <a:t> </a:t>
            </a:r>
            <a:r>
              <a:rPr lang="en-US" sz="2100" dirty="0" err="1"/>
              <a:t>vardır</a:t>
            </a:r>
            <a:r>
              <a:rPr lang="en-US" sz="2100" dirty="0"/>
              <a:t>. </a:t>
            </a:r>
            <a:r>
              <a:rPr lang="en-US" sz="2100" dirty="0" err="1"/>
              <a:t>Genellikle</a:t>
            </a:r>
            <a:r>
              <a:rPr lang="en-US" sz="2100" dirty="0"/>
              <a:t> ilk render, </a:t>
            </a:r>
            <a:r>
              <a:rPr lang="en-US" sz="2100" dirty="0" err="1"/>
              <a:t>tarayıcıda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React </a:t>
            </a:r>
            <a:r>
              <a:rPr lang="en-US" sz="2100" dirty="0" err="1"/>
              <a:t>bileşeni</a:t>
            </a:r>
            <a:r>
              <a:rPr lang="en-US" sz="2100" dirty="0"/>
              <a:t> </a:t>
            </a:r>
            <a:r>
              <a:rPr lang="en-US" sz="2100" dirty="0" err="1"/>
              <a:t>görüntülendiğinde</a:t>
            </a:r>
            <a:r>
              <a:rPr lang="en-US" sz="2100" dirty="0"/>
              <a:t> </a:t>
            </a:r>
            <a:r>
              <a:rPr lang="en-US" sz="2100" dirty="0" err="1"/>
              <a:t>gerçekleşir</a:t>
            </a:r>
            <a:r>
              <a:rPr lang="en-US" sz="2100" dirty="0"/>
              <a:t>. </a:t>
            </a:r>
            <a:r>
              <a:rPr lang="en-US" sz="2100" dirty="0" err="1"/>
              <a:t>Ardından</a:t>
            </a:r>
            <a:r>
              <a:rPr lang="en-US" sz="2100" dirty="0"/>
              <a:t>,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kullanıcı</a:t>
            </a:r>
            <a:r>
              <a:rPr lang="en-US" sz="2100" dirty="0"/>
              <a:t> </a:t>
            </a:r>
            <a:r>
              <a:rPr lang="en-US" sz="2100" dirty="0" err="1"/>
              <a:t>etkileşimi</a:t>
            </a:r>
            <a:r>
              <a:rPr lang="en-US" sz="2100" dirty="0"/>
              <a:t> </a:t>
            </a:r>
            <a:r>
              <a:rPr lang="en-US" sz="2100" dirty="0" err="1"/>
              <a:t>gibi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side-effect </a:t>
            </a:r>
            <a:r>
              <a:rPr lang="en-US" sz="2100" dirty="0" err="1"/>
              <a:t>meydana</a:t>
            </a:r>
            <a:r>
              <a:rPr lang="en-US" sz="2100" dirty="0"/>
              <a:t> </a:t>
            </a:r>
            <a:r>
              <a:rPr lang="en-US" sz="2100" dirty="0" err="1"/>
              <a:t>geldiğinde</a:t>
            </a:r>
            <a:r>
              <a:rPr lang="en-US" sz="2100" dirty="0"/>
              <a:t> (</a:t>
            </a:r>
            <a:r>
              <a:rPr lang="en-US" sz="2100" dirty="0" err="1"/>
              <a:t>örneğin</a:t>
            </a:r>
            <a:r>
              <a:rPr lang="en-US" sz="2100" dirty="0"/>
              <a:t>,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giriş</a:t>
            </a:r>
            <a:r>
              <a:rPr lang="en-US" sz="2100" dirty="0"/>
              <a:t> </a:t>
            </a:r>
            <a:r>
              <a:rPr lang="en-US" sz="2100" dirty="0" err="1"/>
              <a:t>alanına</a:t>
            </a:r>
            <a:r>
              <a:rPr lang="en-US" sz="2100" dirty="0"/>
              <a:t> </a:t>
            </a:r>
            <a:r>
              <a:rPr lang="en-US" sz="2100" dirty="0" err="1"/>
              <a:t>yazmak</a:t>
            </a:r>
            <a:r>
              <a:rPr lang="en-US" sz="2100" dirty="0"/>
              <a:t>), </a:t>
            </a:r>
            <a:r>
              <a:rPr lang="en-US" sz="2100" dirty="0" err="1"/>
              <a:t>değişiklik</a:t>
            </a:r>
            <a:r>
              <a:rPr lang="en-US" sz="2100" dirty="0"/>
              <a:t>, bu </a:t>
            </a:r>
            <a:r>
              <a:rPr lang="en-US" sz="2100" dirty="0" err="1"/>
              <a:t>değişiklikten</a:t>
            </a:r>
            <a:r>
              <a:rPr lang="en-US" sz="2100" dirty="0"/>
              <a:t> </a:t>
            </a:r>
            <a:r>
              <a:rPr lang="en-US" sz="2100" dirty="0" err="1"/>
              <a:t>etkilenen</a:t>
            </a:r>
            <a:r>
              <a:rPr lang="en-US" sz="2100" dirty="0"/>
              <a:t> </a:t>
            </a:r>
            <a:r>
              <a:rPr lang="en-US" sz="2100" dirty="0" err="1"/>
              <a:t>tüm</a:t>
            </a:r>
            <a:r>
              <a:rPr lang="en-US" sz="2100" dirty="0"/>
              <a:t> </a:t>
            </a:r>
            <a:r>
              <a:rPr lang="en-US" sz="2100" dirty="0" err="1"/>
              <a:t>bileşenlerin</a:t>
            </a:r>
            <a:r>
              <a:rPr lang="en-US" sz="2100" dirty="0"/>
              <a:t> </a:t>
            </a:r>
            <a:r>
              <a:rPr lang="en-US" sz="2100" dirty="0" err="1"/>
              <a:t>yeniden</a:t>
            </a:r>
            <a:r>
              <a:rPr lang="en-US" sz="2100" dirty="0"/>
              <a:t> </a:t>
            </a:r>
            <a:r>
              <a:rPr lang="en-US" sz="2100" dirty="0" err="1"/>
              <a:t>oluşturulmasını</a:t>
            </a:r>
            <a:r>
              <a:rPr lang="en-US" sz="2100" dirty="0"/>
              <a:t> </a:t>
            </a:r>
            <a:r>
              <a:rPr lang="en-US" sz="2100" dirty="0" err="1"/>
              <a:t>zorlayan</a:t>
            </a:r>
            <a:r>
              <a:rPr lang="en-US" sz="2100" dirty="0"/>
              <a:t> </a:t>
            </a:r>
            <a:r>
              <a:rPr lang="en-US" sz="2100" dirty="0" err="1"/>
              <a:t>React’in</a:t>
            </a:r>
            <a:r>
              <a:rPr lang="en-US" sz="2100" dirty="0"/>
              <a:t> </a:t>
            </a:r>
            <a:r>
              <a:rPr lang="en-US" sz="2100" dirty="0" err="1"/>
              <a:t>state’inde</a:t>
            </a:r>
            <a:r>
              <a:rPr lang="en-US" sz="2100" dirty="0"/>
              <a:t> </a:t>
            </a:r>
            <a:r>
              <a:rPr lang="en-US" sz="2100" dirty="0" err="1"/>
              <a:t>yakalanır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Arayüz</a:t>
            </a:r>
            <a:r>
              <a:rPr lang="en-US" sz="2100" dirty="0"/>
              <a:t> ilk </a:t>
            </a:r>
            <a:r>
              <a:rPr lang="en-US" sz="2100" dirty="0" err="1"/>
              <a:t>defa</a:t>
            </a:r>
            <a:r>
              <a:rPr lang="en-US" sz="2100" dirty="0"/>
              <a:t> </a:t>
            </a:r>
            <a:r>
              <a:rPr lang="en-US" sz="2100" dirty="0" err="1"/>
              <a:t>oluşturulduğunda</a:t>
            </a:r>
            <a:r>
              <a:rPr lang="en-US" sz="2100" dirty="0"/>
              <a:t>/render </a:t>
            </a:r>
            <a:r>
              <a:rPr lang="en-US" sz="2100" dirty="0" err="1"/>
              <a:t>useState</a:t>
            </a:r>
            <a:r>
              <a:rPr lang="en-US" sz="2100" dirty="0"/>
              <a:t> hook ilk </a:t>
            </a:r>
            <a:r>
              <a:rPr lang="en-US" sz="2100" dirty="0" err="1"/>
              <a:t>değeriyle</a:t>
            </a:r>
            <a:r>
              <a:rPr lang="en-US" sz="2100" dirty="0"/>
              <a:t> </a:t>
            </a:r>
            <a:r>
              <a:rPr lang="en-US" sz="2100" dirty="0" err="1"/>
              <a:t>başlatılır</a:t>
            </a:r>
            <a:r>
              <a:rPr lang="en-US" sz="2100" dirty="0"/>
              <a:t>. State </a:t>
            </a:r>
            <a:r>
              <a:rPr lang="en-US" sz="2100" dirty="0" err="1"/>
              <a:t>değişikliğinden</a:t>
            </a:r>
            <a:r>
              <a:rPr lang="en-US" sz="2100" dirty="0"/>
              <a:t> </a:t>
            </a:r>
            <a:r>
              <a:rPr lang="en-US" sz="2100" dirty="0" err="1"/>
              <a:t>dolayı</a:t>
            </a:r>
            <a:r>
              <a:rPr lang="en-US" sz="2100" dirty="0"/>
              <a:t> </a:t>
            </a:r>
            <a:r>
              <a:rPr lang="en-US" sz="2100" dirty="0" err="1"/>
              <a:t>arayüzün</a:t>
            </a:r>
            <a:r>
              <a:rPr lang="en-US" sz="2100" dirty="0"/>
              <a:t> her </a:t>
            </a:r>
            <a:r>
              <a:rPr lang="en-US" sz="2100" dirty="0" err="1"/>
              <a:t>yeniden</a:t>
            </a:r>
            <a:r>
              <a:rPr lang="en-US" sz="2100" dirty="0"/>
              <a:t> </a:t>
            </a:r>
            <a:r>
              <a:rPr lang="en-US" sz="2100" dirty="0" err="1"/>
              <a:t>oluşturulmasında</a:t>
            </a:r>
            <a:r>
              <a:rPr lang="en-US" sz="2100" dirty="0"/>
              <a:t> </a:t>
            </a:r>
            <a:r>
              <a:rPr lang="en-US" sz="2100" dirty="0" err="1"/>
              <a:t>useState</a:t>
            </a:r>
            <a:r>
              <a:rPr lang="en-US" sz="2100" dirty="0"/>
              <a:t> </a:t>
            </a:r>
            <a:r>
              <a:rPr lang="en-US" sz="2100" dirty="0" err="1"/>
              <a:t>en</a:t>
            </a:r>
            <a:r>
              <a:rPr lang="en-US" sz="2100" dirty="0"/>
              <a:t> son </a:t>
            </a:r>
            <a:r>
              <a:rPr lang="en-US" sz="2100" dirty="0" err="1"/>
              <a:t>değeri</a:t>
            </a:r>
            <a:r>
              <a:rPr lang="en-US" sz="2100" dirty="0"/>
              <a:t> </a:t>
            </a:r>
            <a:r>
              <a:rPr lang="en-US" sz="2100" dirty="0" err="1"/>
              <a:t>kullanır</a:t>
            </a:r>
            <a:r>
              <a:rPr lang="en-US" sz="2100" dirty="0"/>
              <a:t>.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</p:spTree>
    <p:extLst>
      <p:ext uri="{BB962C8B-B14F-4D97-AF65-F5344CB8AC3E}">
        <p14:creationId xmlns:p14="http://schemas.microsoft.com/office/powerpoint/2010/main" val="2293246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32779-5CD4-5592-FC00-5E309AFE7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0CAC992-E258-F631-88E4-A29C8F864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 err="1"/>
              <a:t>Callback</a:t>
            </a:r>
            <a:r>
              <a:rPr lang="tr-TR" dirty="0"/>
              <a:t> </a:t>
            </a:r>
            <a:r>
              <a:rPr lang="tr-TR" dirty="0" err="1"/>
              <a:t>Handler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04A572A-6451-98FC-6B62-D9DB7A78B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05400"/>
          </a:xfrm>
        </p:spPr>
        <p:txBody>
          <a:bodyPr/>
          <a:lstStyle/>
          <a:p>
            <a:r>
              <a:rPr lang="en-US" sz="2000" dirty="0" err="1"/>
              <a:t>Normalde</a:t>
            </a:r>
            <a:r>
              <a:rPr lang="en-US" sz="2000" dirty="0"/>
              <a:t> </a:t>
            </a:r>
            <a:r>
              <a:rPr lang="en-US" sz="2000" dirty="0" err="1"/>
              <a:t>veriler</a:t>
            </a:r>
            <a:r>
              <a:rPr lang="en-US" sz="2000" dirty="0"/>
              <a:t>, </a:t>
            </a:r>
            <a:r>
              <a:rPr lang="en-US" sz="2000" dirty="0" err="1"/>
              <a:t>bileşen</a:t>
            </a:r>
            <a:r>
              <a:rPr lang="en-US" sz="2000" dirty="0"/>
              <a:t> </a:t>
            </a:r>
            <a:r>
              <a:rPr lang="en-US" sz="2000" dirty="0" err="1"/>
              <a:t>hiyerarşisinde</a:t>
            </a:r>
            <a:r>
              <a:rPr lang="en-US" sz="2000" dirty="0"/>
              <a:t> </a:t>
            </a:r>
            <a:r>
              <a:rPr lang="en-US" sz="2000" dirty="0" err="1"/>
              <a:t>yukarıdan</a:t>
            </a:r>
            <a:r>
              <a:rPr lang="en-US" sz="2000" dirty="0"/>
              <a:t> </a:t>
            </a:r>
            <a:r>
              <a:rPr lang="en-US" sz="2000" dirty="0" err="1"/>
              <a:t>aşağıya</a:t>
            </a:r>
            <a:r>
              <a:rPr lang="en-US" sz="2000" dirty="0"/>
              <a:t>, </a:t>
            </a:r>
            <a:r>
              <a:rPr lang="en-US" sz="2000" dirty="0" err="1"/>
              <a:t>yani</a:t>
            </a:r>
            <a:r>
              <a:rPr lang="en-US" sz="2000" dirty="0"/>
              <a:t> </a:t>
            </a:r>
            <a:r>
              <a:rPr lang="en-US" sz="2000" dirty="0" err="1"/>
              <a:t>üst</a:t>
            </a:r>
            <a:r>
              <a:rPr lang="en-US" sz="2000" dirty="0"/>
              <a:t> </a:t>
            </a:r>
            <a:r>
              <a:rPr lang="en-US" sz="2000" dirty="0" err="1"/>
              <a:t>bileşenden</a:t>
            </a:r>
            <a:r>
              <a:rPr lang="en-US" sz="2000" dirty="0"/>
              <a:t> alt </a:t>
            </a:r>
            <a:r>
              <a:rPr lang="en-US" sz="2000" dirty="0" err="1"/>
              <a:t>bileşene</a:t>
            </a:r>
            <a:r>
              <a:rPr lang="en-US" sz="2000" dirty="0"/>
              <a:t> (parent to child) props </a:t>
            </a:r>
            <a:r>
              <a:rPr lang="en-US" sz="2000" dirty="0" err="1"/>
              <a:t>aracılığıyla</a:t>
            </a:r>
            <a:r>
              <a:rPr lang="en-US" sz="2000" dirty="0"/>
              <a:t> </a:t>
            </a:r>
            <a:r>
              <a:rPr lang="en-US" sz="2000" dirty="0" err="1"/>
              <a:t>aktarılır</a:t>
            </a:r>
            <a:r>
              <a:rPr lang="en-US" sz="2000" dirty="0"/>
              <a:t>. </a:t>
            </a:r>
          </a:p>
          <a:p>
            <a:r>
              <a:rPr lang="en-US" sz="2000" dirty="0" err="1"/>
              <a:t>Ancak</a:t>
            </a:r>
            <a:r>
              <a:rPr lang="en-US" sz="2000" dirty="0"/>
              <a:t>, </a:t>
            </a:r>
            <a:r>
              <a:rPr lang="en-US" sz="2000" dirty="0" err="1"/>
              <a:t>bir</a:t>
            </a:r>
            <a:r>
              <a:rPr lang="en-US" sz="2000" dirty="0"/>
              <a:t> alt </a:t>
            </a:r>
            <a:r>
              <a:rPr lang="en-US" sz="2000" dirty="0" err="1"/>
              <a:t>bileşenden</a:t>
            </a:r>
            <a:r>
              <a:rPr lang="en-US" sz="2000" dirty="0"/>
              <a:t> </a:t>
            </a:r>
            <a:r>
              <a:rPr lang="en-US" sz="2000" dirty="0" err="1"/>
              <a:t>üst</a:t>
            </a:r>
            <a:r>
              <a:rPr lang="en-US" sz="2000" dirty="0"/>
              <a:t> </a:t>
            </a:r>
            <a:r>
              <a:rPr lang="en-US" sz="2000" dirty="0" err="1"/>
              <a:t>bileşene</a:t>
            </a:r>
            <a:r>
              <a:rPr lang="en-US" sz="2000" dirty="0"/>
              <a:t> </a:t>
            </a:r>
            <a:r>
              <a:rPr lang="en-US" sz="2000" dirty="0" err="1"/>
              <a:t>veri</a:t>
            </a:r>
            <a:r>
              <a:rPr lang="en-US" sz="2000" dirty="0"/>
              <a:t> </a:t>
            </a:r>
            <a:r>
              <a:rPr lang="en-US" sz="2000" dirty="0" err="1"/>
              <a:t>aktarmak</a:t>
            </a:r>
            <a:r>
              <a:rPr lang="en-US" sz="2000" dirty="0"/>
              <a:t> </a:t>
            </a:r>
            <a:r>
              <a:rPr lang="en-US" sz="2000" dirty="0" err="1"/>
              <a:t>gerektiğinde</a:t>
            </a:r>
            <a:r>
              <a:rPr lang="en-US" sz="2000" dirty="0"/>
              <a:t>, callback </a:t>
            </a:r>
            <a:r>
              <a:rPr lang="en-US" sz="2000" dirty="0" err="1"/>
              <a:t>fonksiyonları</a:t>
            </a:r>
            <a:r>
              <a:rPr lang="en-US" sz="2000" dirty="0"/>
              <a:t> </a:t>
            </a:r>
            <a:r>
              <a:rPr lang="en-US" sz="2000" dirty="0" err="1"/>
              <a:t>etkili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çözüm</a:t>
            </a:r>
            <a:r>
              <a:rPr lang="en-US" sz="2000" dirty="0"/>
              <a:t> </a:t>
            </a:r>
            <a:r>
              <a:rPr lang="en-US" sz="2000" dirty="0" err="1"/>
              <a:t>sağlar</a:t>
            </a:r>
            <a:r>
              <a:rPr lang="en-US" sz="2000" dirty="0"/>
              <a:t>.</a:t>
            </a:r>
          </a:p>
          <a:p>
            <a:r>
              <a:rPr lang="en-US" sz="2000" dirty="0"/>
              <a:t>Bu </a:t>
            </a:r>
            <a:r>
              <a:rPr lang="en-US" sz="2000" dirty="0" err="1"/>
              <a:t>yöntemde</a:t>
            </a:r>
            <a:r>
              <a:rPr lang="en-US" sz="2000" dirty="0"/>
              <a:t>, </a:t>
            </a:r>
            <a:r>
              <a:rPr lang="en-US" sz="2000" dirty="0" err="1"/>
              <a:t>üst</a:t>
            </a:r>
            <a:r>
              <a:rPr lang="en-US" sz="2000" dirty="0"/>
              <a:t> </a:t>
            </a:r>
            <a:r>
              <a:rPr lang="en-US" sz="2000" dirty="0" err="1"/>
              <a:t>bileşen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fonksiyonu</a:t>
            </a:r>
            <a:r>
              <a:rPr lang="en-US" sz="2000" dirty="0"/>
              <a:t> (callback) alt </a:t>
            </a:r>
            <a:r>
              <a:rPr lang="en-US" sz="2000" dirty="0" err="1"/>
              <a:t>bileşene</a:t>
            </a:r>
            <a:r>
              <a:rPr lang="en-US" sz="2000" dirty="0"/>
              <a:t> prop </a:t>
            </a:r>
            <a:r>
              <a:rPr lang="en-US" sz="2000" dirty="0" err="1"/>
              <a:t>olarak</a:t>
            </a:r>
            <a:r>
              <a:rPr lang="en-US" sz="2000" dirty="0"/>
              <a:t> </a:t>
            </a:r>
            <a:r>
              <a:rPr lang="en-US" sz="2000" dirty="0" err="1"/>
              <a:t>geçirir</a:t>
            </a:r>
            <a:r>
              <a:rPr lang="en-US" sz="2000" dirty="0"/>
              <a:t>.</a:t>
            </a:r>
          </a:p>
          <a:p>
            <a:r>
              <a:rPr lang="en-US" sz="2000" dirty="0"/>
              <a:t>Alt </a:t>
            </a:r>
            <a:r>
              <a:rPr lang="en-US" sz="2000" dirty="0" err="1"/>
              <a:t>bileşen</a:t>
            </a:r>
            <a:r>
              <a:rPr lang="en-US" sz="2000" dirty="0"/>
              <a:t>,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olay</a:t>
            </a:r>
            <a:r>
              <a:rPr lang="en-US" sz="2000" dirty="0"/>
              <a:t> </a:t>
            </a:r>
            <a:r>
              <a:rPr lang="en-US" sz="2000" dirty="0" err="1"/>
              <a:t>meydana</a:t>
            </a:r>
            <a:r>
              <a:rPr lang="en-US" sz="2000" dirty="0"/>
              <a:t> </a:t>
            </a:r>
            <a:r>
              <a:rPr lang="en-US" sz="2000" dirty="0" err="1"/>
              <a:t>geldiğinde</a:t>
            </a:r>
            <a:r>
              <a:rPr lang="en-US" sz="2000" dirty="0"/>
              <a:t> (</a:t>
            </a:r>
            <a:r>
              <a:rPr lang="en-US" sz="2000" dirty="0" err="1"/>
              <a:t>örneğin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formun</a:t>
            </a:r>
            <a:r>
              <a:rPr lang="en-US" sz="2000" dirty="0"/>
              <a:t> </a:t>
            </a:r>
            <a:r>
              <a:rPr lang="en-US" sz="2000" dirty="0" err="1"/>
              <a:t>gönderilmesi</a:t>
            </a:r>
            <a:r>
              <a:rPr lang="en-US" sz="2000" dirty="0"/>
              <a:t> </a:t>
            </a:r>
            <a:r>
              <a:rPr lang="en-US" sz="2000" dirty="0" err="1"/>
              <a:t>veya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butona</a:t>
            </a:r>
            <a:r>
              <a:rPr lang="en-US" sz="2000" dirty="0"/>
              <a:t> </a:t>
            </a:r>
            <a:r>
              <a:rPr lang="en-US" sz="2000" dirty="0" err="1"/>
              <a:t>tıklanması</a:t>
            </a:r>
            <a:r>
              <a:rPr lang="en-US" sz="2000" dirty="0"/>
              <a:t>), </a:t>
            </a:r>
            <a:r>
              <a:rPr lang="en-US" sz="2000" dirty="0" err="1"/>
              <a:t>bu</a:t>
            </a:r>
            <a:r>
              <a:rPr lang="en-US" sz="2000" dirty="0"/>
              <a:t> callback </a:t>
            </a:r>
            <a:r>
              <a:rPr lang="en-US" sz="2000" dirty="0" err="1"/>
              <a:t>fonksiyonunu</a:t>
            </a:r>
            <a:r>
              <a:rPr lang="en-US" sz="2000" dirty="0"/>
              <a:t> </a:t>
            </a:r>
            <a:r>
              <a:rPr lang="en-US" sz="2000" dirty="0" err="1"/>
              <a:t>çağırır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veriyi</a:t>
            </a:r>
            <a:r>
              <a:rPr lang="en-US" sz="2000" dirty="0"/>
              <a:t> </a:t>
            </a:r>
            <a:r>
              <a:rPr lang="en-US" sz="2000" dirty="0" err="1"/>
              <a:t>üst</a:t>
            </a:r>
            <a:r>
              <a:rPr lang="en-US" sz="2000" dirty="0"/>
              <a:t> </a:t>
            </a:r>
            <a:r>
              <a:rPr lang="en-US" sz="2000" dirty="0" err="1"/>
              <a:t>bileşene</a:t>
            </a:r>
            <a:r>
              <a:rPr lang="en-US" sz="2000" dirty="0"/>
              <a:t> </a:t>
            </a:r>
            <a:r>
              <a:rPr lang="en-US" sz="2000" dirty="0" err="1"/>
              <a:t>aktarır</a:t>
            </a:r>
            <a:r>
              <a:rPr lang="en-US" sz="2000" dirty="0"/>
              <a:t>.</a:t>
            </a:r>
          </a:p>
        </p:txBody>
      </p:sp>
      <p:sp>
        <p:nvSpPr>
          <p:cNvPr id="5" name="Shape 267">
            <a:extLst>
              <a:ext uri="{FF2B5EF4-FFF2-40B4-BE49-F238E27FC236}">
                <a16:creationId xmlns:a16="http://schemas.microsoft.com/office/drawing/2014/main" id="{9CA24C96-B3A4-2086-008B-175EA0E00976}"/>
              </a:ext>
            </a:extLst>
          </p:cNvPr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25D4A3-FB95-C47C-35C3-72E917AA8810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CF2251-4A4C-8779-73EB-32430246E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11" y="4343400"/>
            <a:ext cx="6437020" cy="183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445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 err="1"/>
              <a:t>Callback</a:t>
            </a:r>
            <a:r>
              <a:rPr lang="tr-TR" dirty="0"/>
              <a:t> </a:t>
            </a:r>
            <a:r>
              <a:rPr lang="tr-TR" dirty="0" err="1"/>
              <a:t>Handler</a:t>
            </a:r>
            <a:endParaRPr lang="tr-TR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1B44C6-87EC-0E74-97AA-F4FD78A6B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371600"/>
            <a:ext cx="4673301" cy="990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F3BDE4-A708-6EA1-2BE9-2499789019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732" y="3886200"/>
            <a:ext cx="5587668" cy="22685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87C47A1-27BE-E4CF-E479-32045E22E1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932" y="2419858"/>
            <a:ext cx="5587668" cy="147404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9659DDD-A93C-38F7-FE34-4E7F76BD5AF8}"/>
              </a:ext>
            </a:extLst>
          </p:cNvPr>
          <p:cNvSpPr txBox="1"/>
          <p:nvPr/>
        </p:nvSpPr>
        <p:spPr>
          <a:xfrm>
            <a:off x="435420" y="6096000"/>
            <a:ext cx="6651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b="1" dirty="0"/>
              <a:t>Örnek: </a:t>
            </a:r>
            <a:r>
              <a:rPr lang="tr-TR" sz="2000" dirty="0">
                <a:hlinkClick r:id="rId6"/>
              </a:rPr>
              <a:t>https://codesandbox.io/s/callback-handler-r94ggz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297334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/>
              <a:t>Lifting </a:t>
            </a:r>
            <a:r>
              <a:rPr lang="tr-TR" dirty="0" err="1"/>
              <a:t>State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05400"/>
          </a:xfrm>
        </p:spPr>
        <p:txBody>
          <a:bodyPr/>
          <a:lstStyle/>
          <a:p>
            <a:r>
              <a:rPr lang="en-US" sz="2100" dirty="0"/>
              <a:t>React </a:t>
            </a:r>
            <a:r>
              <a:rPr lang="en-US" sz="2100" dirty="0" err="1"/>
              <a:t>bileşenleri</a:t>
            </a:r>
            <a:r>
              <a:rPr lang="en-US" sz="2100" dirty="0"/>
              <a:t>, </a:t>
            </a:r>
            <a:r>
              <a:rPr lang="en-US" sz="2100" dirty="0" err="1"/>
              <a:t>bağımsız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tekrar</a:t>
            </a:r>
            <a:r>
              <a:rPr lang="en-US" sz="2100" dirty="0"/>
              <a:t> </a:t>
            </a:r>
            <a:r>
              <a:rPr lang="en-US" sz="2100" dirty="0" err="1"/>
              <a:t>kullanılabilir</a:t>
            </a:r>
            <a:r>
              <a:rPr lang="en-US" sz="2100" dirty="0"/>
              <a:t> </a:t>
            </a:r>
            <a:r>
              <a:rPr lang="en-US" sz="2100" dirty="0" err="1"/>
              <a:t>parçacıklardır</a:t>
            </a:r>
            <a:r>
              <a:rPr lang="en-US" sz="2100" dirty="0"/>
              <a:t>. Her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bileşen</a:t>
            </a:r>
            <a:r>
              <a:rPr lang="en-US" sz="2100" dirty="0"/>
              <a:t>, </a:t>
            </a:r>
            <a:r>
              <a:rPr lang="en-US" sz="2100" dirty="0" err="1"/>
              <a:t>kendine</a:t>
            </a:r>
            <a:r>
              <a:rPr lang="en-US" sz="2100" dirty="0"/>
              <a:t> </a:t>
            </a:r>
            <a:r>
              <a:rPr lang="en-US" sz="2100" dirty="0" err="1"/>
              <a:t>ait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durum(state) </a:t>
            </a:r>
            <a:r>
              <a:rPr lang="en-US" sz="2100" dirty="0" err="1"/>
              <a:t>yönetebilir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render </a:t>
            </a:r>
            <a:r>
              <a:rPr lang="en-US" sz="2100" dirty="0" err="1"/>
              <a:t>edebilir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Ancak</a:t>
            </a:r>
            <a:r>
              <a:rPr lang="en-US" sz="2100" dirty="0"/>
              <a:t> </a:t>
            </a:r>
            <a:r>
              <a:rPr lang="en-US" sz="2100" dirty="0" err="1"/>
              <a:t>bazen</a:t>
            </a:r>
            <a:r>
              <a:rPr lang="en-US" sz="2100" dirty="0"/>
              <a:t>, </a:t>
            </a:r>
            <a:r>
              <a:rPr lang="en-US" sz="2100" dirty="0" err="1"/>
              <a:t>birden</a:t>
            </a:r>
            <a:r>
              <a:rPr lang="en-US" sz="2100" dirty="0"/>
              <a:t> </a:t>
            </a:r>
            <a:r>
              <a:rPr lang="en-US" sz="2100" dirty="0" err="1"/>
              <a:t>fazla</a:t>
            </a:r>
            <a:r>
              <a:rPr lang="en-US" sz="2100" dirty="0"/>
              <a:t> </a:t>
            </a:r>
            <a:r>
              <a:rPr lang="en-US" sz="2100" dirty="0" err="1"/>
              <a:t>bileşen</a:t>
            </a:r>
            <a:r>
              <a:rPr lang="en-US" sz="2100" dirty="0"/>
              <a:t> </a:t>
            </a:r>
            <a:r>
              <a:rPr lang="en-US" sz="2100" dirty="0" err="1"/>
              <a:t>aynı</a:t>
            </a:r>
            <a:r>
              <a:rPr lang="en-US" sz="2100" dirty="0"/>
              <a:t> </a:t>
            </a:r>
            <a:r>
              <a:rPr lang="en-US" sz="2100" dirty="0" err="1"/>
              <a:t>veriyi</a:t>
            </a:r>
            <a:r>
              <a:rPr lang="en-US" sz="2100" dirty="0"/>
              <a:t> </a:t>
            </a:r>
            <a:r>
              <a:rPr lang="en-US" sz="2100" dirty="0" err="1"/>
              <a:t>paylaşmalı</a:t>
            </a:r>
            <a:r>
              <a:rPr lang="en-US" sz="2100" dirty="0"/>
              <a:t> </a:t>
            </a:r>
            <a:r>
              <a:rPr lang="en-US" sz="2100" dirty="0" err="1"/>
              <a:t>veya</a:t>
            </a:r>
            <a:r>
              <a:rPr lang="en-US" sz="2100" dirty="0"/>
              <a:t> </a:t>
            </a:r>
            <a:r>
              <a:rPr lang="en-US" sz="2100" dirty="0" err="1"/>
              <a:t>aynı</a:t>
            </a:r>
            <a:r>
              <a:rPr lang="en-US" sz="2100" dirty="0"/>
              <a:t> </a:t>
            </a:r>
            <a:r>
              <a:rPr lang="en-US" sz="2100" dirty="0" err="1"/>
              <a:t>veriyi</a:t>
            </a:r>
            <a:r>
              <a:rPr lang="en-US" sz="2100" dirty="0"/>
              <a:t> </a:t>
            </a:r>
            <a:r>
              <a:rPr lang="en-US" sz="2100" dirty="0" err="1"/>
              <a:t>güncellemelidir</a:t>
            </a:r>
            <a:r>
              <a:rPr lang="en-US" sz="2100" dirty="0"/>
              <a:t>. Bu </a:t>
            </a:r>
            <a:r>
              <a:rPr lang="en-US" sz="2100" dirty="0" err="1"/>
              <a:t>durumda</a:t>
            </a:r>
            <a:r>
              <a:rPr lang="en-US" sz="2100" dirty="0"/>
              <a:t>, bu </a:t>
            </a:r>
            <a:r>
              <a:rPr lang="en-US" sz="2100" dirty="0" err="1"/>
              <a:t>veri</a:t>
            </a:r>
            <a:r>
              <a:rPr lang="en-US" sz="2100" dirty="0"/>
              <a:t> </a:t>
            </a:r>
            <a:r>
              <a:rPr lang="en-US" sz="2100" dirty="0" err="1"/>
              <a:t>yukarı</a:t>
            </a:r>
            <a:r>
              <a:rPr lang="en-US" sz="2100" dirty="0"/>
              <a:t> </a:t>
            </a:r>
            <a:r>
              <a:rPr lang="en-US" sz="2100" dirty="0" err="1"/>
              <a:t>yönlü</a:t>
            </a:r>
            <a:r>
              <a:rPr lang="en-US" sz="2100" dirty="0"/>
              <a:t> </a:t>
            </a:r>
            <a:r>
              <a:rPr lang="en-US" sz="2100" dirty="0" err="1"/>
              <a:t>olarak</a:t>
            </a:r>
            <a:r>
              <a:rPr lang="en-US" sz="2100" dirty="0"/>
              <a:t> </a:t>
            </a:r>
            <a:r>
              <a:rPr lang="en-US" sz="2100" dirty="0" err="1"/>
              <a:t>daha</a:t>
            </a:r>
            <a:r>
              <a:rPr lang="en-US" sz="2100" dirty="0"/>
              <a:t> </a:t>
            </a:r>
            <a:r>
              <a:rPr lang="en-US" sz="2100" dirty="0" err="1"/>
              <a:t>üst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bileşende</a:t>
            </a:r>
            <a:r>
              <a:rPr lang="en-US" sz="2100" dirty="0"/>
              <a:t> </a:t>
            </a:r>
            <a:r>
              <a:rPr lang="en-US" sz="2100" dirty="0" err="1"/>
              <a:t>yönetilebilir</a:t>
            </a:r>
            <a:r>
              <a:rPr lang="en-US" sz="2100" dirty="0"/>
              <a:t>.</a:t>
            </a:r>
          </a:p>
          <a:p>
            <a:r>
              <a:rPr lang="en-US" sz="2100" dirty="0"/>
              <a:t>Lifting state </a:t>
            </a:r>
            <a:r>
              <a:rPr lang="en-US" sz="2100" dirty="0" err="1"/>
              <a:t>işlemi</a:t>
            </a:r>
            <a:r>
              <a:rPr lang="en-US" sz="2100" dirty="0"/>
              <a:t>, bu </a:t>
            </a:r>
            <a:r>
              <a:rPr lang="en-US" sz="2100" dirty="0" err="1"/>
              <a:t>ortak</a:t>
            </a:r>
            <a:r>
              <a:rPr lang="en-US" sz="2100" dirty="0"/>
              <a:t> </a:t>
            </a:r>
            <a:r>
              <a:rPr lang="en-US" sz="2100" dirty="0" err="1"/>
              <a:t>veriyi</a:t>
            </a:r>
            <a:r>
              <a:rPr lang="en-US" sz="2100" dirty="0"/>
              <a:t> </a:t>
            </a:r>
            <a:r>
              <a:rPr lang="en-US" sz="2100" dirty="0" err="1"/>
              <a:t>üst</a:t>
            </a:r>
            <a:r>
              <a:rPr lang="en-US" sz="2100" dirty="0"/>
              <a:t> </a:t>
            </a:r>
            <a:r>
              <a:rPr lang="en-US" sz="2100" dirty="0" err="1"/>
              <a:t>bileşene</a:t>
            </a:r>
            <a:r>
              <a:rPr lang="en-US" sz="2100" dirty="0"/>
              <a:t> </a:t>
            </a:r>
            <a:r>
              <a:rPr lang="en-US" sz="2100" dirty="0" err="1"/>
              <a:t>taşımak</a:t>
            </a:r>
            <a:r>
              <a:rPr lang="en-US" sz="2100" dirty="0"/>
              <a:t> </a:t>
            </a:r>
            <a:r>
              <a:rPr lang="en-US" sz="2100" dirty="0" err="1"/>
              <a:t>anlamına</a:t>
            </a:r>
            <a:r>
              <a:rPr lang="en-US" sz="2100" dirty="0"/>
              <a:t> </a:t>
            </a:r>
            <a:r>
              <a:rPr lang="en-US" sz="2100" dirty="0" err="1"/>
              <a:t>gelir</a:t>
            </a:r>
            <a:r>
              <a:rPr lang="en-US" sz="2100" dirty="0"/>
              <a:t>. Bu, </a:t>
            </a:r>
            <a:r>
              <a:rPr lang="en-US" sz="2100" dirty="0" err="1"/>
              <a:t>paylaşılan</a:t>
            </a:r>
            <a:r>
              <a:rPr lang="en-US" sz="2100" dirty="0"/>
              <a:t> </a:t>
            </a:r>
            <a:r>
              <a:rPr lang="en-US" sz="2100" dirty="0" err="1"/>
              <a:t>verinin</a:t>
            </a:r>
            <a:r>
              <a:rPr lang="en-US" sz="2100" dirty="0"/>
              <a:t> </a:t>
            </a:r>
            <a:r>
              <a:rPr lang="en-US" sz="2100" dirty="0" err="1"/>
              <a:t>tek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kaynaktan</a:t>
            </a:r>
            <a:r>
              <a:rPr lang="en-US" sz="2100" dirty="0"/>
              <a:t> </a:t>
            </a:r>
            <a:r>
              <a:rPr lang="en-US" sz="2100" dirty="0" err="1"/>
              <a:t>yönetilmesini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tutarlılığını</a:t>
            </a:r>
            <a:r>
              <a:rPr lang="en-US" sz="2100" dirty="0"/>
              <a:t> </a:t>
            </a:r>
            <a:r>
              <a:rPr lang="en-US" sz="2100" dirty="0" err="1"/>
              <a:t>sağlar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Paylaşılan</a:t>
            </a:r>
            <a:r>
              <a:rPr lang="en-US" sz="2100" dirty="0"/>
              <a:t> </a:t>
            </a:r>
            <a:r>
              <a:rPr lang="en-US" sz="2100" dirty="0" err="1"/>
              <a:t>veri</a:t>
            </a:r>
            <a:r>
              <a:rPr lang="en-US" sz="2100" dirty="0"/>
              <a:t>, </a:t>
            </a:r>
            <a:r>
              <a:rPr lang="en-US" sz="2100" dirty="0" err="1"/>
              <a:t>üst</a:t>
            </a:r>
            <a:r>
              <a:rPr lang="en-US" sz="2100" dirty="0"/>
              <a:t> </a:t>
            </a:r>
            <a:r>
              <a:rPr lang="en-US" sz="2100" dirty="0" err="1"/>
              <a:t>bileşenin</a:t>
            </a:r>
            <a:r>
              <a:rPr lang="en-US" sz="2100" dirty="0"/>
              <a:t> </a:t>
            </a:r>
            <a:r>
              <a:rPr lang="en-US" sz="2100" dirty="0" err="1"/>
              <a:t>durumu</a:t>
            </a:r>
            <a:r>
              <a:rPr lang="en-US" sz="2100" dirty="0"/>
              <a:t>(state) </a:t>
            </a:r>
            <a:r>
              <a:rPr lang="en-US" sz="2100" dirty="0" err="1"/>
              <a:t>olarak</a:t>
            </a:r>
            <a:r>
              <a:rPr lang="en-US" sz="2100" dirty="0"/>
              <a:t> </a:t>
            </a:r>
            <a:r>
              <a:rPr lang="en-US" sz="2100" dirty="0" err="1"/>
              <a:t>tutulur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bu </a:t>
            </a:r>
            <a:r>
              <a:rPr lang="en-US" sz="2100" dirty="0" err="1"/>
              <a:t>veri</a:t>
            </a:r>
            <a:r>
              <a:rPr lang="en-US" sz="2100" dirty="0"/>
              <a:t> alt </a:t>
            </a:r>
            <a:r>
              <a:rPr lang="en-US" sz="2100" dirty="0" err="1"/>
              <a:t>bileşenlere</a:t>
            </a:r>
            <a:r>
              <a:rPr lang="en-US" sz="2100" dirty="0"/>
              <a:t> "props" </a:t>
            </a:r>
            <a:r>
              <a:rPr lang="en-US" sz="2100" dirty="0" err="1"/>
              <a:t>olarak</a:t>
            </a:r>
            <a:r>
              <a:rPr lang="en-US" sz="2100" dirty="0"/>
              <a:t> </a:t>
            </a:r>
            <a:r>
              <a:rPr lang="en-US" sz="2100" dirty="0" err="1"/>
              <a:t>aktarılır</a:t>
            </a:r>
            <a:r>
              <a:rPr lang="en-US" sz="2100" dirty="0"/>
              <a:t>.</a:t>
            </a:r>
          </a:p>
          <a:p>
            <a:r>
              <a:rPr lang="en-US" sz="2100" dirty="0"/>
              <a:t>Alt </a:t>
            </a:r>
            <a:r>
              <a:rPr lang="en-US" sz="2100" dirty="0" err="1"/>
              <a:t>bileşenler</a:t>
            </a:r>
            <a:r>
              <a:rPr lang="en-US" sz="2100" dirty="0"/>
              <a:t>, </a:t>
            </a:r>
            <a:r>
              <a:rPr lang="en-US" sz="2100" dirty="0" err="1"/>
              <a:t>aldıkları</a:t>
            </a:r>
            <a:r>
              <a:rPr lang="en-US" sz="2100" dirty="0"/>
              <a:t> </a:t>
            </a:r>
            <a:r>
              <a:rPr lang="en-US" sz="2100" dirty="0" err="1"/>
              <a:t>veriyi</a:t>
            </a:r>
            <a:r>
              <a:rPr lang="en-US" sz="2100" dirty="0"/>
              <a:t> </a:t>
            </a:r>
            <a:r>
              <a:rPr lang="en-US" sz="2100" dirty="0" err="1"/>
              <a:t>kullanarak</a:t>
            </a:r>
            <a:r>
              <a:rPr lang="en-US" sz="2100" dirty="0"/>
              <a:t> </a:t>
            </a:r>
            <a:r>
              <a:rPr lang="en-US" sz="2100" dirty="0" err="1"/>
              <a:t>işlemlerini</a:t>
            </a:r>
            <a:r>
              <a:rPr lang="en-US" sz="2100" dirty="0"/>
              <a:t> </a:t>
            </a:r>
            <a:r>
              <a:rPr lang="en-US" sz="2100" dirty="0" err="1"/>
              <a:t>gerçekleştirir</a:t>
            </a:r>
            <a:r>
              <a:rPr lang="en-US" sz="2100" dirty="0"/>
              <a:t> </a:t>
            </a:r>
            <a:r>
              <a:rPr lang="en-US" sz="2100" dirty="0" err="1"/>
              <a:t>veya</a:t>
            </a:r>
            <a:r>
              <a:rPr lang="en-US" sz="2100" dirty="0"/>
              <a:t> </a:t>
            </a:r>
            <a:r>
              <a:rPr lang="en-US" sz="2100" dirty="0" err="1"/>
              <a:t>görünümlerini</a:t>
            </a:r>
            <a:r>
              <a:rPr lang="en-US" sz="2100" dirty="0"/>
              <a:t> </a:t>
            </a:r>
            <a:r>
              <a:rPr lang="en-US" sz="2100" dirty="0" err="1"/>
              <a:t>günceller</a:t>
            </a:r>
            <a:r>
              <a:rPr lang="en-US" sz="2100" dirty="0"/>
              <a:t>. </a:t>
            </a:r>
            <a:r>
              <a:rPr lang="en-US" sz="2100" dirty="0" err="1"/>
              <a:t>Ancak</a:t>
            </a:r>
            <a:r>
              <a:rPr lang="en-US" sz="2100" dirty="0"/>
              <a:t>, bu </a:t>
            </a:r>
            <a:r>
              <a:rPr lang="en-US" sz="2100" dirty="0" err="1"/>
              <a:t>veriyi</a:t>
            </a:r>
            <a:r>
              <a:rPr lang="en-US" sz="2100" dirty="0"/>
              <a:t> </a:t>
            </a:r>
            <a:r>
              <a:rPr lang="en-US" sz="2100" dirty="0" err="1"/>
              <a:t>doğrudan</a:t>
            </a:r>
            <a:r>
              <a:rPr lang="en-US" sz="2100" dirty="0"/>
              <a:t> </a:t>
            </a:r>
            <a:r>
              <a:rPr lang="en-US" sz="2100" dirty="0" err="1"/>
              <a:t>değiştiremezler</a:t>
            </a:r>
            <a:r>
              <a:rPr lang="en-US" sz="2100" dirty="0"/>
              <a:t>, </a:t>
            </a:r>
            <a:r>
              <a:rPr lang="en-US" sz="2100" dirty="0" err="1"/>
              <a:t>sadece</a:t>
            </a:r>
            <a:r>
              <a:rPr lang="en-US" sz="2100" dirty="0"/>
              <a:t> </a:t>
            </a:r>
            <a:r>
              <a:rPr lang="en-US" sz="2100" dirty="0" err="1"/>
              <a:t>değişiklikleri</a:t>
            </a:r>
            <a:r>
              <a:rPr lang="en-US" sz="2100" dirty="0"/>
              <a:t> </a:t>
            </a:r>
            <a:r>
              <a:rPr lang="en-US" sz="2100" dirty="0" err="1"/>
              <a:t>üst</a:t>
            </a:r>
            <a:r>
              <a:rPr lang="en-US" sz="2100" dirty="0"/>
              <a:t> </a:t>
            </a:r>
            <a:r>
              <a:rPr lang="en-US" sz="2100" dirty="0" err="1"/>
              <a:t>bileşene</a:t>
            </a:r>
            <a:r>
              <a:rPr lang="en-US" sz="2100" dirty="0"/>
              <a:t> </a:t>
            </a:r>
            <a:r>
              <a:rPr lang="en-US" sz="2100" dirty="0" err="1"/>
              <a:t>iletebilirler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Değişiklikler</a:t>
            </a:r>
            <a:r>
              <a:rPr lang="en-US" sz="2100" dirty="0"/>
              <a:t>, </a:t>
            </a:r>
            <a:r>
              <a:rPr lang="en-US" sz="2100" dirty="0" err="1"/>
              <a:t>üst</a:t>
            </a:r>
            <a:r>
              <a:rPr lang="en-US" sz="2100" dirty="0"/>
              <a:t> </a:t>
            </a:r>
            <a:r>
              <a:rPr lang="en-US" sz="2100" dirty="0" err="1"/>
              <a:t>bileşende</a:t>
            </a:r>
            <a:r>
              <a:rPr lang="en-US" sz="2100" dirty="0"/>
              <a:t> </a:t>
            </a:r>
            <a:r>
              <a:rPr lang="en-US" sz="2100" dirty="0" err="1"/>
              <a:t>gerçekleştirilir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güncellenen</a:t>
            </a:r>
            <a:r>
              <a:rPr lang="en-US" sz="2100" dirty="0"/>
              <a:t> </a:t>
            </a:r>
            <a:r>
              <a:rPr lang="en-US" sz="2100" dirty="0" err="1"/>
              <a:t>veri</a:t>
            </a:r>
            <a:r>
              <a:rPr lang="en-US" sz="2100" dirty="0"/>
              <a:t> </a:t>
            </a:r>
            <a:r>
              <a:rPr lang="en-US" sz="2100" dirty="0" err="1"/>
              <a:t>tekrar</a:t>
            </a:r>
            <a:r>
              <a:rPr lang="en-US" sz="2100" dirty="0"/>
              <a:t> alt </a:t>
            </a:r>
            <a:r>
              <a:rPr lang="en-US" sz="2100" dirty="0" err="1"/>
              <a:t>bileşenlere</a:t>
            </a:r>
            <a:r>
              <a:rPr lang="en-US" sz="2100" dirty="0"/>
              <a:t> "props" </a:t>
            </a:r>
            <a:r>
              <a:rPr lang="en-US" sz="2100" dirty="0" err="1"/>
              <a:t>olarak</a:t>
            </a:r>
            <a:r>
              <a:rPr lang="en-US" sz="2100" dirty="0"/>
              <a:t> </a:t>
            </a:r>
            <a:r>
              <a:rPr lang="en-US" sz="2100" dirty="0" err="1"/>
              <a:t>aktarılır</a:t>
            </a:r>
            <a:r>
              <a:rPr lang="en-US" sz="2100" dirty="0"/>
              <a:t>.</a:t>
            </a:r>
          </a:p>
          <a:p>
            <a:endParaRPr lang="en-US" sz="2100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</p:spTree>
    <p:extLst>
      <p:ext uri="{BB962C8B-B14F-4D97-AF65-F5344CB8AC3E}">
        <p14:creationId xmlns:p14="http://schemas.microsoft.com/office/powerpoint/2010/main" val="1326342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/>
              <a:t>Lifting </a:t>
            </a:r>
            <a:r>
              <a:rPr lang="tr-TR" dirty="0" err="1"/>
              <a:t>State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05400"/>
          </a:xfrm>
        </p:spPr>
        <p:txBody>
          <a:bodyPr/>
          <a:lstStyle/>
          <a:p>
            <a:r>
              <a:rPr lang="en-US" sz="2100" dirty="0" err="1"/>
              <a:t>Kendi</a:t>
            </a:r>
            <a:r>
              <a:rPr lang="en-US" sz="2100" dirty="0"/>
              <a:t> </a:t>
            </a:r>
            <a:r>
              <a:rPr lang="en-US" sz="2100" dirty="0" err="1"/>
              <a:t>uygulamamızda</a:t>
            </a:r>
            <a:r>
              <a:rPr lang="en-US" sz="2100" dirty="0"/>
              <a:t> </a:t>
            </a:r>
            <a:r>
              <a:rPr lang="en-US" sz="2100" dirty="0" err="1"/>
              <a:t>arama</a:t>
            </a:r>
            <a:r>
              <a:rPr lang="en-US" sz="2100" dirty="0"/>
              <a:t> </a:t>
            </a:r>
            <a:r>
              <a:rPr lang="en-US" sz="2100" dirty="0" err="1"/>
              <a:t>işlemine</a:t>
            </a:r>
            <a:r>
              <a:rPr lang="en-US" sz="2100" dirty="0"/>
              <a:t> yeni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özellik</a:t>
            </a:r>
            <a:r>
              <a:rPr lang="en-US" sz="2100" dirty="0"/>
              <a:t> </a:t>
            </a:r>
            <a:r>
              <a:rPr lang="en-US" sz="2100" dirty="0" err="1"/>
              <a:t>ekleyelim</a:t>
            </a:r>
            <a:r>
              <a:rPr lang="en-US" sz="2100" dirty="0"/>
              <a:t>. Ne zaman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metin</a:t>
            </a:r>
            <a:r>
              <a:rPr lang="en-US" sz="2100" dirty="0"/>
              <a:t> </a:t>
            </a:r>
            <a:r>
              <a:rPr lang="en-US" sz="2100" dirty="0" err="1"/>
              <a:t>girilse</a:t>
            </a:r>
            <a:r>
              <a:rPr lang="en-US" sz="2100" dirty="0"/>
              <a:t> </a:t>
            </a:r>
            <a:r>
              <a:rPr lang="en-US" sz="2100" dirty="0" err="1"/>
              <a:t>girilen</a:t>
            </a:r>
            <a:r>
              <a:rPr lang="en-US" sz="2100" dirty="0"/>
              <a:t> </a:t>
            </a:r>
            <a:r>
              <a:rPr lang="en-US" sz="2100" dirty="0" err="1"/>
              <a:t>metne</a:t>
            </a:r>
            <a:r>
              <a:rPr lang="en-US" sz="2100" dirty="0"/>
              <a:t> </a:t>
            </a:r>
            <a:r>
              <a:rPr lang="en-US" sz="2100" dirty="0" err="1"/>
              <a:t>göre</a:t>
            </a:r>
            <a:r>
              <a:rPr lang="en-US" sz="2100" dirty="0"/>
              <a:t> </a:t>
            </a:r>
            <a:r>
              <a:rPr lang="en-US" sz="2100" dirty="0" err="1"/>
              <a:t>yaziListesinde</a:t>
            </a:r>
            <a:r>
              <a:rPr lang="en-US" sz="2100" dirty="0"/>
              <a:t> </a:t>
            </a:r>
            <a:r>
              <a:rPr lang="en-US" sz="2100" dirty="0" err="1"/>
              <a:t>başlık</a:t>
            </a:r>
            <a:r>
              <a:rPr lang="en-US" sz="2100" dirty="0"/>
              <a:t> </a:t>
            </a:r>
            <a:r>
              <a:rPr lang="en-US" sz="2100" dirty="0" err="1"/>
              <a:t>ile</a:t>
            </a:r>
            <a:r>
              <a:rPr lang="en-US" sz="2100" dirty="0"/>
              <a:t> </a:t>
            </a:r>
            <a:r>
              <a:rPr lang="en-US" sz="2100" dirty="0" err="1"/>
              <a:t>eşleşen</a:t>
            </a:r>
            <a:r>
              <a:rPr lang="en-US" sz="2100" dirty="0"/>
              <a:t> </a:t>
            </a:r>
            <a:r>
              <a:rPr lang="en-US" sz="2100" dirty="0" err="1"/>
              <a:t>verileri</a:t>
            </a:r>
            <a:r>
              <a:rPr lang="en-US" sz="2100" dirty="0"/>
              <a:t> </a:t>
            </a:r>
            <a:r>
              <a:rPr lang="en-US" sz="2100" dirty="0" err="1"/>
              <a:t>filtreleyip</a:t>
            </a:r>
            <a:r>
              <a:rPr lang="en-US" sz="2100" dirty="0"/>
              <a:t> </a:t>
            </a:r>
            <a:r>
              <a:rPr lang="en-US" sz="2100" dirty="0" err="1"/>
              <a:t>ekranda</a:t>
            </a:r>
            <a:r>
              <a:rPr lang="en-US" sz="2100" dirty="0"/>
              <a:t> </a:t>
            </a:r>
            <a:r>
              <a:rPr lang="en-US" sz="2100" dirty="0" err="1"/>
              <a:t>göstermeye</a:t>
            </a:r>
            <a:r>
              <a:rPr lang="en-US" sz="2100" dirty="0"/>
              <a:t> </a:t>
            </a:r>
            <a:r>
              <a:rPr lang="en-US" sz="2100" dirty="0" err="1"/>
              <a:t>çalışalım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Şu</a:t>
            </a:r>
            <a:r>
              <a:rPr lang="en-US" sz="2100" dirty="0"/>
              <a:t> </a:t>
            </a:r>
            <a:r>
              <a:rPr lang="en-US" sz="2100" dirty="0" err="1"/>
              <a:t>anda</a:t>
            </a:r>
            <a:r>
              <a:rPr lang="en-US" sz="2100" dirty="0"/>
              <a:t> </a:t>
            </a:r>
            <a:r>
              <a:rPr lang="en-US" sz="2100" dirty="0" err="1"/>
              <a:t>aramaMetni</a:t>
            </a:r>
            <a:r>
              <a:rPr lang="en-US" sz="2100" dirty="0"/>
              <a:t> </a:t>
            </a:r>
            <a:r>
              <a:rPr lang="en-US" sz="2100" dirty="0" err="1"/>
              <a:t>değişkeni</a:t>
            </a:r>
            <a:r>
              <a:rPr lang="en-US" sz="2100" dirty="0"/>
              <a:t> </a:t>
            </a:r>
            <a:r>
              <a:rPr lang="en-US" sz="2100" dirty="0" err="1"/>
              <a:t>Arama</a:t>
            </a:r>
            <a:r>
              <a:rPr lang="en-US" sz="2100" dirty="0"/>
              <a:t> </a:t>
            </a:r>
            <a:r>
              <a:rPr lang="en-US" sz="2100" dirty="0" err="1"/>
              <a:t>bileşeninde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durum </a:t>
            </a:r>
            <a:r>
              <a:rPr lang="en-US" sz="2100" dirty="0" err="1"/>
              <a:t>olarak</a:t>
            </a:r>
            <a:r>
              <a:rPr lang="en-US" sz="2100" dirty="0"/>
              <a:t> </a:t>
            </a:r>
            <a:r>
              <a:rPr lang="en-US" sz="2100" dirty="0" err="1"/>
              <a:t>tutuluyor</a:t>
            </a:r>
            <a:r>
              <a:rPr lang="en-US" sz="2100" dirty="0"/>
              <a:t>. App </a:t>
            </a:r>
            <a:r>
              <a:rPr lang="en-US" sz="2100" dirty="0" err="1"/>
              <a:t>bileşeninin</a:t>
            </a:r>
            <a:r>
              <a:rPr lang="en-US" sz="2100" dirty="0"/>
              <a:t> buna </a:t>
            </a:r>
            <a:r>
              <a:rPr lang="en-US" sz="2100" dirty="0" err="1"/>
              <a:t>doğrudan</a:t>
            </a:r>
            <a:r>
              <a:rPr lang="en-US" sz="2100" dirty="0"/>
              <a:t> </a:t>
            </a:r>
            <a:r>
              <a:rPr lang="en-US" sz="2100" dirty="0" err="1"/>
              <a:t>müdahele</a:t>
            </a:r>
            <a:r>
              <a:rPr lang="en-US" sz="2100" dirty="0"/>
              <a:t> </a:t>
            </a:r>
            <a:r>
              <a:rPr lang="en-US" sz="2100" dirty="0" err="1"/>
              <a:t>etme</a:t>
            </a:r>
            <a:r>
              <a:rPr lang="en-US" sz="2100" dirty="0"/>
              <a:t> </a:t>
            </a:r>
            <a:r>
              <a:rPr lang="en-US" sz="2100" dirty="0" err="1"/>
              <a:t>şansı</a:t>
            </a:r>
            <a:r>
              <a:rPr lang="en-US" sz="2100" dirty="0"/>
              <a:t> yok.</a:t>
            </a:r>
          </a:p>
          <a:p>
            <a:r>
              <a:rPr lang="en-US" sz="2100" b="1" dirty="0"/>
              <a:t>İlk </a:t>
            </a:r>
            <a:r>
              <a:rPr lang="en-US" sz="2100" b="1" dirty="0" err="1"/>
              <a:t>akla</a:t>
            </a:r>
            <a:r>
              <a:rPr lang="en-US" sz="2100" b="1" dirty="0"/>
              <a:t> </a:t>
            </a:r>
            <a:r>
              <a:rPr lang="en-US" sz="2100" b="1" dirty="0" err="1"/>
              <a:t>gelen</a:t>
            </a:r>
            <a:r>
              <a:rPr lang="en-US" sz="2100" b="1" dirty="0"/>
              <a:t> </a:t>
            </a:r>
            <a:r>
              <a:rPr lang="en-US" sz="2100" b="1" dirty="0" err="1"/>
              <a:t>yöntem</a:t>
            </a:r>
            <a:r>
              <a:rPr lang="en-US" sz="2100" b="1" dirty="0"/>
              <a:t>: </a:t>
            </a:r>
            <a:r>
              <a:rPr lang="en-US" sz="2100" dirty="0"/>
              <a:t>App </a:t>
            </a:r>
            <a:r>
              <a:rPr lang="en-US" sz="2100" dirty="0" err="1"/>
              <a:t>bileşeninde</a:t>
            </a:r>
            <a:r>
              <a:rPr lang="en-US" sz="2100" dirty="0"/>
              <a:t> </a:t>
            </a:r>
            <a:r>
              <a:rPr lang="en-US" sz="2100" dirty="0" err="1"/>
              <a:t>Arama</a:t>
            </a:r>
            <a:r>
              <a:rPr lang="en-US" sz="2100" dirty="0"/>
              <a:t> </a:t>
            </a:r>
            <a:r>
              <a:rPr lang="en-US" sz="2100" dirty="0" err="1"/>
              <a:t>bileşeninden</a:t>
            </a:r>
            <a:r>
              <a:rPr lang="en-US" sz="2100" dirty="0"/>
              <a:t> </a:t>
            </a:r>
            <a:r>
              <a:rPr lang="en-US" sz="2100" dirty="0" err="1"/>
              <a:t>gelen</a:t>
            </a:r>
            <a:r>
              <a:rPr lang="en-US" sz="2100" dirty="0"/>
              <a:t> </a:t>
            </a:r>
            <a:r>
              <a:rPr lang="en-US" sz="2100" dirty="0" err="1"/>
              <a:t>aramaMetnini</a:t>
            </a:r>
            <a:r>
              <a:rPr lang="en-US" sz="2100" dirty="0"/>
              <a:t> </a:t>
            </a:r>
            <a:r>
              <a:rPr lang="en-US" sz="2100" dirty="0" err="1"/>
              <a:t>tutatacak</a:t>
            </a:r>
            <a:r>
              <a:rPr lang="en-US" sz="2100" dirty="0"/>
              <a:t> </a:t>
            </a:r>
            <a:r>
              <a:rPr lang="en-US" sz="2100" dirty="0" err="1"/>
              <a:t>başka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state </a:t>
            </a:r>
            <a:r>
              <a:rPr lang="en-US" sz="2100" dirty="0" err="1"/>
              <a:t>tanımlamak</a:t>
            </a:r>
            <a:r>
              <a:rPr lang="en-US" sz="2100" dirty="0"/>
              <a:t>, </a:t>
            </a:r>
            <a:r>
              <a:rPr lang="en-US" sz="2100" dirty="0" err="1"/>
              <a:t>filtre</a:t>
            </a:r>
            <a:r>
              <a:rPr lang="en-US" sz="2100" dirty="0"/>
              <a:t> </a:t>
            </a:r>
            <a:r>
              <a:rPr lang="en-US" sz="2100" dirty="0" err="1"/>
              <a:t>işlemini</a:t>
            </a:r>
            <a:r>
              <a:rPr lang="en-US" sz="2100" dirty="0"/>
              <a:t> </a:t>
            </a:r>
            <a:r>
              <a:rPr lang="en-US" sz="2100" dirty="0" err="1"/>
              <a:t>uygulamak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filtreli</a:t>
            </a:r>
            <a:r>
              <a:rPr lang="en-US" sz="2100" dirty="0"/>
              <a:t> </a:t>
            </a:r>
            <a:r>
              <a:rPr lang="en-US" sz="2100" dirty="0" err="1"/>
              <a:t>veriyi</a:t>
            </a:r>
            <a:r>
              <a:rPr lang="en-US" sz="2100" dirty="0"/>
              <a:t> </a:t>
            </a:r>
            <a:r>
              <a:rPr lang="en-US" sz="2100" dirty="0" err="1"/>
              <a:t>tekrar</a:t>
            </a:r>
            <a:r>
              <a:rPr lang="en-US" sz="2100" dirty="0"/>
              <a:t> </a:t>
            </a:r>
            <a:r>
              <a:rPr lang="en-US" sz="2100" dirty="0" err="1"/>
              <a:t>Arama</a:t>
            </a:r>
            <a:r>
              <a:rPr lang="en-US" sz="2100" dirty="0"/>
              <a:t> </a:t>
            </a:r>
            <a:r>
              <a:rPr lang="en-US" sz="2100" dirty="0" err="1"/>
              <a:t>bileşenine</a:t>
            </a:r>
            <a:r>
              <a:rPr lang="en-US" sz="2100" dirty="0"/>
              <a:t> props </a:t>
            </a:r>
            <a:r>
              <a:rPr lang="en-US" sz="2100" dirty="0" err="1"/>
              <a:t>olarak</a:t>
            </a:r>
            <a:r>
              <a:rPr lang="en-US" sz="2100" dirty="0"/>
              <a:t> </a:t>
            </a:r>
            <a:r>
              <a:rPr lang="en-US" sz="2100" dirty="0" err="1"/>
              <a:t>geçirmek</a:t>
            </a:r>
            <a:r>
              <a:rPr lang="en-US" sz="2100" dirty="0"/>
              <a:t>. Bu </a:t>
            </a:r>
            <a:r>
              <a:rPr lang="en-US" sz="2100" dirty="0" err="1"/>
              <a:t>yöntem</a:t>
            </a:r>
            <a:r>
              <a:rPr lang="en-US" sz="2100" dirty="0"/>
              <a:t> </a:t>
            </a:r>
            <a:r>
              <a:rPr lang="en-US" sz="2100" dirty="0" err="1"/>
              <a:t>kod</a:t>
            </a:r>
            <a:r>
              <a:rPr lang="en-US" sz="2100" dirty="0"/>
              <a:t> </a:t>
            </a:r>
            <a:r>
              <a:rPr lang="en-US" sz="2100" dirty="0" err="1"/>
              <a:t>tekrarına</a:t>
            </a:r>
            <a:r>
              <a:rPr lang="en-US" sz="2100" dirty="0"/>
              <a:t> </a:t>
            </a:r>
            <a:r>
              <a:rPr lang="en-US" sz="2100" dirty="0" err="1"/>
              <a:t>yol</a:t>
            </a:r>
            <a:r>
              <a:rPr lang="en-US" sz="2100" dirty="0"/>
              <a:t> </a:t>
            </a:r>
            <a:r>
              <a:rPr lang="en-US" sz="2100" dirty="0" err="1"/>
              <a:t>açacaktır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önerilmez</a:t>
            </a:r>
            <a:r>
              <a:rPr lang="en-US" sz="2100" dirty="0"/>
              <a:t>.</a:t>
            </a:r>
          </a:p>
          <a:p>
            <a:r>
              <a:rPr lang="en-US" sz="2100" b="1" dirty="0" err="1"/>
              <a:t>En</a:t>
            </a:r>
            <a:r>
              <a:rPr lang="en-US" sz="2100" b="1" dirty="0"/>
              <a:t> </a:t>
            </a:r>
            <a:r>
              <a:rPr lang="en-US" sz="2100" b="1" dirty="0" err="1"/>
              <a:t>iyi</a:t>
            </a:r>
            <a:r>
              <a:rPr lang="en-US" sz="2100" b="1" dirty="0"/>
              <a:t> </a:t>
            </a:r>
            <a:r>
              <a:rPr lang="en-US" sz="2100" b="1" dirty="0" err="1"/>
              <a:t>yöntem</a:t>
            </a:r>
            <a:r>
              <a:rPr lang="en-US" sz="2100" b="1" dirty="0"/>
              <a:t>: </a:t>
            </a:r>
            <a:r>
              <a:rPr lang="en-US" sz="2100" dirty="0" err="1"/>
              <a:t>aramaMetni’ni</a:t>
            </a:r>
            <a:r>
              <a:rPr lang="en-US" sz="2100" dirty="0"/>
              <a:t> App </a:t>
            </a:r>
            <a:r>
              <a:rPr lang="en-US" sz="2100" dirty="0" err="1"/>
              <a:t>bileşenine</a:t>
            </a:r>
            <a:r>
              <a:rPr lang="en-US" sz="2100" dirty="0"/>
              <a:t> </a:t>
            </a:r>
            <a:r>
              <a:rPr lang="en-US" sz="2100" dirty="0" err="1"/>
              <a:t>taşımaktır</a:t>
            </a:r>
            <a:r>
              <a:rPr lang="en-US" sz="2100" dirty="0"/>
              <a:t>. </a:t>
            </a:r>
            <a:r>
              <a:rPr lang="en-US" sz="2100" dirty="0" err="1"/>
              <a:t>Daha</a:t>
            </a:r>
            <a:r>
              <a:rPr lang="en-US" sz="2100" dirty="0"/>
              <a:t> </a:t>
            </a:r>
            <a:r>
              <a:rPr lang="en-US" sz="2100" dirty="0" err="1"/>
              <a:t>sonra</a:t>
            </a:r>
            <a:r>
              <a:rPr lang="en-US" sz="2100" dirty="0"/>
              <a:t> state </a:t>
            </a:r>
            <a:r>
              <a:rPr lang="en-US" sz="2100" dirty="0" err="1"/>
              <a:t>güncelleyen</a:t>
            </a:r>
            <a:r>
              <a:rPr lang="en-US" sz="2100" dirty="0"/>
              <a:t> </a:t>
            </a:r>
            <a:r>
              <a:rPr lang="en-US" sz="2100" dirty="0" err="1"/>
              <a:t>setAramaMetni</a:t>
            </a:r>
            <a:r>
              <a:rPr lang="en-US" sz="2100" dirty="0"/>
              <a:t> </a:t>
            </a:r>
            <a:r>
              <a:rPr lang="en-US" sz="2100" dirty="0" err="1"/>
              <a:t>fonksiyonunu</a:t>
            </a:r>
            <a:r>
              <a:rPr lang="en-US" sz="2100" dirty="0"/>
              <a:t> callback handler </a:t>
            </a:r>
            <a:r>
              <a:rPr lang="en-US" sz="2100" dirty="0" err="1"/>
              <a:t>olarak</a:t>
            </a:r>
            <a:r>
              <a:rPr lang="en-US" sz="2100" dirty="0"/>
              <a:t> </a:t>
            </a:r>
            <a:r>
              <a:rPr lang="en-US" sz="2100" dirty="0" err="1"/>
              <a:t>Arama</a:t>
            </a:r>
            <a:r>
              <a:rPr lang="en-US" sz="2100" dirty="0"/>
              <a:t> </a:t>
            </a:r>
            <a:r>
              <a:rPr lang="en-US" sz="2100" dirty="0" err="1"/>
              <a:t>bileşenine</a:t>
            </a:r>
            <a:r>
              <a:rPr lang="en-US" sz="2100" dirty="0"/>
              <a:t> </a:t>
            </a:r>
            <a:r>
              <a:rPr lang="en-US" sz="2100" dirty="0" err="1"/>
              <a:t>geçirmeliyiz</a:t>
            </a:r>
            <a:r>
              <a:rPr lang="en-US" sz="2100" dirty="0"/>
              <a:t>. Son </a:t>
            </a:r>
            <a:r>
              <a:rPr lang="en-US" sz="2100" dirty="0" err="1"/>
              <a:t>olarak</a:t>
            </a:r>
            <a:r>
              <a:rPr lang="en-US" sz="2100" dirty="0"/>
              <a:t> App </a:t>
            </a:r>
            <a:r>
              <a:rPr lang="en-US" sz="2100" dirty="0" err="1"/>
              <a:t>bileşeni</a:t>
            </a:r>
            <a:r>
              <a:rPr lang="en-US" sz="2100" dirty="0"/>
              <a:t> state </a:t>
            </a:r>
            <a:r>
              <a:rPr lang="en-US" sz="2100" dirty="0" err="1"/>
              <a:t>güncellemelerini</a:t>
            </a:r>
            <a:r>
              <a:rPr lang="en-US" sz="2100" dirty="0"/>
              <a:t> </a:t>
            </a:r>
            <a:r>
              <a:rPr lang="en-US" sz="2100" dirty="0" err="1"/>
              <a:t>aldığında</a:t>
            </a:r>
            <a:r>
              <a:rPr lang="en-US" sz="2100" dirty="0"/>
              <a:t> </a:t>
            </a:r>
            <a:r>
              <a:rPr lang="en-US" sz="2100" dirty="0" err="1"/>
              <a:t>yaziListesini</a:t>
            </a:r>
            <a:r>
              <a:rPr lang="en-US" sz="2100" dirty="0"/>
              <a:t> </a:t>
            </a:r>
            <a:r>
              <a:rPr lang="en-US" sz="2100" dirty="0" err="1"/>
              <a:t>filtreleyerek</a:t>
            </a:r>
            <a:r>
              <a:rPr lang="en-US" sz="2100" dirty="0"/>
              <a:t> </a:t>
            </a:r>
            <a:r>
              <a:rPr lang="en-US" sz="2100" dirty="0" err="1"/>
              <a:t>ekranda</a:t>
            </a:r>
            <a:r>
              <a:rPr lang="en-US" sz="2100" dirty="0"/>
              <a:t> </a:t>
            </a:r>
            <a:r>
              <a:rPr lang="en-US" sz="2100" dirty="0" err="1"/>
              <a:t>göstermeli</a:t>
            </a:r>
            <a:r>
              <a:rPr lang="en-US" sz="2100" dirty="0"/>
              <a:t>.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</p:spTree>
    <p:extLst>
      <p:ext uri="{BB962C8B-B14F-4D97-AF65-F5344CB8AC3E}">
        <p14:creationId xmlns:p14="http://schemas.microsoft.com/office/powerpoint/2010/main" val="1562370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/>
              <a:t>Lifting </a:t>
            </a:r>
            <a:r>
              <a:rPr lang="tr-TR" dirty="0" err="1"/>
              <a:t>State</a:t>
            </a:r>
            <a:endParaRPr lang="tr-TR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C879CD-683D-CDC2-274A-1B29A1731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92" y="1524000"/>
            <a:ext cx="8875808" cy="26981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D89140-56FC-1C30-CD31-B2308ADEE6E4}"/>
              </a:ext>
            </a:extLst>
          </p:cNvPr>
          <p:cNvSpPr txBox="1"/>
          <p:nvPr/>
        </p:nvSpPr>
        <p:spPr>
          <a:xfrm>
            <a:off x="147913" y="4263427"/>
            <a:ext cx="1237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b="1" dirty="0"/>
              <a:t>Kurallar: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B700C7-7EE4-8E6D-3C65-8AAD902CAB9C}"/>
              </a:ext>
            </a:extLst>
          </p:cNvPr>
          <p:cNvSpPr txBox="1"/>
          <p:nvPr/>
        </p:nvSpPr>
        <p:spPr>
          <a:xfrm>
            <a:off x="147913" y="4724400"/>
            <a:ext cx="884368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AutoNum type="arabicPeriod"/>
            </a:pPr>
            <a:r>
              <a:rPr lang="tr-TR" sz="1800" dirty="0"/>
              <a:t>Eğer bir alt bileşenin </a:t>
            </a:r>
            <a:r>
              <a:rPr lang="tr-TR" sz="1800" dirty="0" err="1"/>
              <a:t>state’i</a:t>
            </a:r>
            <a:r>
              <a:rPr lang="tr-TR" sz="1800" dirty="0"/>
              <a:t> güncellemesi gerekiyorsa o bileşene </a:t>
            </a:r>
            <a:r>
              <a:rPr lang="tr-TR" sz="1800" dirty="0" err="1"/>
              <a:t>callback</a:t>
            </a:r>
            <a:r>
              <a:rPr lang="tr-TR" sz="1800" dirty="0"/>
              <a:t> </a:t>
            </a:r>
            <a:r>
              <a:rPr lang="tr-TR" sz="1800" dirty="0" err="1"/>
              <a:t>handler</a:t>
            </a:r>
            <a:r>
              <a:rPr lang="tr-TR" sz="1800" dirty="0"/>
              <a:t> geçirin. </a:t>
            </a:r>
          </a:p>
          <a:p>
            <a:pPr marL="457200" indent="-457200" algn="l">
              <a:buAutoNum type="arabicPeriod"/>
            </a:pPr>
            <a:r>
              <a:rPr lang="tr-TR" sz="1800" dirty="0"/>
              <a:t>Eğer bir bileşenin </a:t>
            </a:r>
            <a:r>
              <a:rPr lang="tr-TR" sz="1800" dirty="0" err="1"/>
              <a:t>state’i</a:t>
            </a:r>
            <a:r>
              <a:rPr lang="tr-TR" sz="1800" dirty="0"/>
              <a:t> kullanması gerekiyorsa </a:t>
            </a:r>
            <a:r>
              <a:rPr lang="tr-TR" sz="1800" dirty="0" err="1"/>
              <a:t>state’i</a:t>
            </a:r>
            <a:r>
              <a:rPr lang="tr-TR" sz="1800" dirty="0"/>
              <a:t> o bileşene </a:t>
            </a:r>
            <a:r>
              <a:rPr lang="tr-TR" sz="1800" dirty="0" err="1"/>
              <a:t>props</a:t>
            </a:r>
            <a:r>
              <a:rPr lang="tr-TR" sz="1800" dirty="0"/>
              <a:t> olarak geçirin.</a:t>
            </a:r>
          </a:p>
        </p:txBody>
      </p:sp>
    </p:spTree>
    <p:extLst>
      <p:ext uri="{BB962C8B-B14F-4D97-AF65-F5344CB8AC3E}">
        <p14:creationId xmlns:p14="http://schemas.microsoft.com/office/powerpoint/2010/main" val="1289012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/>
              <a:t>Lifting </a:t>
            </a:r>
            <a:r>
              <a:rPr lang="tr-TR" dirty="0" err="1"/>
              <a:t>State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05400"/>
          </a:xfrm>
        </p:spPr>
        <p:txBody>
          <a:bodyPr/>
          <a:lstStyle/>
          <a:p>
            <a:r>
              <a:rPr lang="en-US" sz="2100" dirty="0" err="1"/>
              <a:t>Filtreleme</a:t>
            </a:r>
            <a:r>
              <a:rPr lang="en-US" sz="2100" dirty="0"/>
              <a:t> </a:t>
            </a:r>
            <a:r>
              <a:rPr lang="en-US" sz="2100" dirty="0" err="1"/>
              <a:t>işlemini</a:t>
            </a:r>
            <a:r>
              <a:rPr lang="en-US" sz="2100" dirty="0"/>
              <a:t> array </a:t>
            </a:r>
            <a:r>
              <a:rPr lang="en-US" sz="2100" dirty="0" err="1"/>
              <a:t>veri</a:t>
            </a:r>
            <a:r>
              <a:rPr lang="en-US" sz="2100" dirty="0"/>
              <a:t> </a:t>
            </a:r>
            <a:r>
              <a:rPr lang="en-US" sz="2100" dirty="0" err="1"/>
              <a:t>yapısının</a:t>
            </a:r>
            <a:r>
              <a:rPr lang="en-US" sz="2100" dirty="0"/>
              <a:t> filter </a:t>
            </a:r>
            <a:r>
              <a:rPr lang="en-US" sz="2100" dirty="0" err="1"/>
              <a:t>metodu</a:t>
            </a:r>
            <a:r>
              <a:rPr lang="en-US" sz="2100" dirty="0"/>
              <a:t> </a:t>
            </a:r>
            <a:r>
              <a:rPr lang="en-US" sz="2100" dirty="0" err="1"/>
              <a:t>ile</a:t>
            </a:r>
            <a:r>
              <a:rPr lang="en-US" sz="2100" dirty="0"/>
              <a:t> </a:t>
            </a:r>
            <a:r>
              <a:rPr lang="en-US" sz="2100" dirty="0" err="1"/>
              <a:t>yapabiliriz</a:t>
            </a:r>
            <a:r>
              <a:rPr lang="en-US" sz="2100" dirty="0"/>
              <a:t>. </a:t>
            </a:r>
          </a:p>
          <a:p>
            <a:r>
              <a:rPr lang="en-US" sz="2100" dirty="0"/>
              <a:t>Bu </a:t>
            </a:r>
            <a:r>
              <a:rPr lang="en-US" sz="2100" dirty="0" err="1"/>
              <a:t>metot</a:t>
            </a:r>
            <a:r>
              <a:rPr lang="en-US" sz="2100" dirty="0"/>
              <a:t> </a:t>
            </a:r>
            <a:r>
              <a:rPr lang="en-US" sz="2100" dirty="0" err="1"/>
              <a:t>yaziListesi</a:t>
            </a:r>
            <a:r>
              <a:rPr lang="en-US" sz="2100" dirty="0"/>
              <a:t> </a:t>
            </a:r>
            <a:r>
              <a:rPr lang="en-US" sz="2100" dirty="0" err="1"/>
              <a:t>üzerinde</a:t>
            </a:r>
            <a:r>
              <a:rPr lang="en-US" sz="2100" dirty="0"/>
              <a:t> </a:t>
            </a:r>
            <a:r>
              <a:rPr lang="en-US" sz="2100" dirty="0" err="1"/>
              <a:t>başlığa</a:t>
            </a:r>
            <a:r>
              <a:rPr lang="en-US" sz="2100" dirty="0"/>
              <a:t> </a:t>
            </a:r>
            <a:r>
              <a:rPr lang="en-US" sz="2100" dirty="0" err="1"/>
              <a:t>göre</a:t>
            </a:r>
            <a:r>
              <a:rPr lang="en-US" sz="2100" dirty="0"/>
              <a:t> </a:t>
            </a:r>
            <a:r>
              <a:rPr lang="en-US" sz="2100" dirty="0" err="1"/>
              <a:t>filtreleme</a:t>
            </a:r>
            <a:r>
              <a:rPr lang="en-US" sz="2100" dirty="0"/>
              <a:t> </a:t>
            </a:r>
            <a:r>
              <a:rPr lang="en-US" sz="2100" dirty="0" err="1"/>
              <a:t>yapıp</a:t>
            </a:r>
            <a:r>
              <a:rPr lang="en-US" sz="2100" dirty="0"/>
              <a:t> </a:t>
            </a:r>
            <a:r>
              <a:rPr lang="en-US" sz="2100" dirty="0" err="1"/>
              <a:t>arananYazilar</a:t>
            </a:r>
            <a:r>
              <a:rPr lang="en-US" sz="2100" dirty="0"/>
              <a:t> </a:t>
            </a:r>
            <a:r>
              <a:rPr lang="en-US" sz="2100" dirty="0" err="1"/>
              <a:t>isimli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diziye</a:t>
            </a:r>
            <a:r>
              <a:rPr lang="en-US" sz="2100" dirty="0"/>
              <a:t> </a:t>
            </a:r>
            <a:r>
              <a:rPr lang="en-US" sz="2100" dirty="0" err="1"/>
              <a:t>filtreli</a:t>
            </a:r>
            <a:r>
              <a:rPr lang="en-US" sz="2100" dirty="0"/>
              <a:t> </a:t>
            </a:r>
            <a:r>
              <a:rPr lang="en-US" sz="2100" dirty="0" err="1"/>
              <a:t>verileri</a:t>
            </a:r>
            <a:r>
              <a:rPr lang="en-US" sz="2100" dirty="0"/>
              <a:t> </a:t>
            </a:r>
            <a:r>
              <a:rPr lang="en-US" sz="2100" dirty="0" err="1"/>
              <a:t>aktaracak</a:t>
            </a:r>
            <a:r>
              <a:rPr lang="en-US" sz="2100" dirty="0"/>
              <a:t>. </a:t>
            </a:r>
            <a:r>
              <a:rPr lang="en-US" sz="2100" dirty="0" err="1"/>
              <a:t>Liste</a:t>
            </a:r>
            <a:r>
              <a:rPr lang="en-US" sz="2100" dirty="0"/>
              <a:t> </a:t>
            </a:r>
            <a:r>
              <a:rPr lang="en-US" sz="2100" dirty="0" err="1"/>
              <a:t>bileşeni</a:t>
            </a:r>
            <a:r>
              <a:rPr lang="en-US" sz="2100" dirty="0"/>
              <a:t> </a:t>
            </a:r>
            <a:r>
              <a:rPr lang="en-US" sz="2100" dirty="0" err="1"/>
              <a:t>artık</a:t>
            </a:r>
            <a:r>
              <a:rPr lang="en-US" sz="2100" dirty="0"/>
              <a:t> </a:t>
            </a:r>
            <a:r>
              <a:rPr lang="en-US" sz="2100" dirty="0" err="1"/>
              <a:t>yaziListesi</a:t>
            </a:r>
            <a:r>
              <a:rPr lang="en-US" sz="2100" dirty="0"/>
              <a:t> </a:t>
            </a:r>
            <a:r>
              <a:rPr lang="en-US" sz="2100" dirty="0" err="1"/>
              <a:t>yerine</a:t>
            </a:r>
            <a:r>
              <a:rPr lang="en-US" sz="2100" dirty="0"/>
              <a:t> </a:t>
            </a:r>
            <a:r>
              <a:rPr lang="en-US" sz="2100" dirty="0" err="1"/>
              <a:t>arananYazilar</a:t>
            </a:r>
            <a:r>
              <a:rPr lang="en-US" sz="2100" dirty="0"/>
              <a:t> </a:t>
            </a:r>
            <a:r>
              <a:rPr lang="en-US" sz="2100" dirty="0" err="1"/>
              <a:t>dizisini</a:t>
            </a:r>
            <a:r>
              <a:rPr lang="en-US" sz="2100" dirty="0"/>
              <a:t> </a:t>
            </a:r>
            <a:r>
              <a:rPr lang="en-US" sz="2100" dirty="0" err="1"/>
              <a:t>kullanacak</a:t>
            </a:r>
            <a:r>
              <a:rPr lang="en-US" sz="2100" dirty="0"/>
              <a:t>.</a:t>
            </a:r>
          </a:p>
          <a:p>
            <a:endParaRPr lang="en-US" sz="2100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2D368E-AC70-54A1-9EF1-C48316190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048000"/>
            <a:ext cx="5181600" cy="4547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1779F1-4C94-7CBD-A938-57A6435B37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2316" y="3731096"/>
            <a:ext cx="4089400" cy="7747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346D9C6-53EE-C9AC-D97C-357BA31368B9}"/>
              </a:ext>
            </a:extLst>
          </p:cNvPr>
          <p:cNvSpPr txBox="1"/>
          <p:nvPr/>
        </p:nvSpPr>
        <p:spPr>
          <a:xfrm>
            <a:off x="838200" y="5947997"/>
            <a:ext cx="64059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b="1" dirty="0"/>
              <a:t>Örnek: </a:t>
            </a:r>
            <a:r>
              <a:rPr lang="tr-TR" sz="2000" dirty="0">
                <a:hlinkClick r:id="rId5"/>
              </a:rPr>
              <a:t>https://codesandbox.io/s/vibrant-raman-s4gqvd</a:t>
            </a:r>
            <a:endParaRPr lang="tr-TR" sz="2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D06EFC0-1DA5-3372-EB71-75A887F0B2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3730463"/>
            <a:ext cx="4882761" cy="5425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89F1C1-C14B-C543-4A92-6B95B65761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2352" y="4641813"/>
            <a:ext cx="5741848" cy="118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5117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 err="1"/>
              <a:t>Controlled</a:t>
            </a:r>
            <a:r>
              <a:rPr lang="tr-TR" dirty="0"/>
              <a:t> Components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05400"/>
          </a:xfrm>
        </p:spPr>
        <p:txBody>
          <a:bodyPr/>
          <a:lstStyle/>
          <a:p>
            <a:r>
              <a:rPr lang="en-US" sz="2100" dirty="0"/>
              <a:t>App </a:t>
            </a:r>
            <a:r>
              <a:rPr lang="en-US" sz="2100" dirty="0" err="1"/>
              <a:t>bileşeninde</a:t>
            </a:r>
            <a:r>
              <a:rPr lang="en-US" sz="2100" dirty="0"/>
              <a:t> </a:t>
            </a:r>
            <a:r>
              <a:rPr lang="en-US" sz="2100" dirty="0" err="1"/>
              <a:t>aramaMetni</a:t>
            </a:r>
            <a:r>
              <a:rPr lang="en-US" sz="2100" dirty="0"/>
              <a:t> </a:t>
            </a:r>
            <a:r>
              <a:rPr lang="en-US" sz="2100" dirty="0" err="1"/>
              <a:t>state’ini</a:t>
            </a:r>
            <a:r>
              <a:rPr lang="en-US" sz="2100" dirty="0"/>
              <a:t> </a:t>
            </a:r>
            <a:r>
              <a:rPr lang="en-US" sz="2100" dirty="0" err="1"/>
              <a:t>boş</a:t>
            </a:r>
            <a:r>
              <a:rPr lang="en-US" sz="2100" dirty="0"/>
              <a:t> string </a:t>
            </a:r>
            <a:r>
              <a:rPr lang="en-US" sz="2100" dirty="0" err="1"/>
              <a:t>yerine</a:t>
            </a:r>
            <a:r>
              <a:rPr lang="en-US" sz="2100" dirty="0"/>
              <a:t> ‘React’ </a:t>
            </a:r>
            <a:r>
              <a:rPr lang="en-US" sz="2100" dirty="0" err="1"/>
              <a:t>ifadesiyle</a:t>
            </a:r>
            <a:r>
              <a:rPr lang="en-US" sz="2100" dirty="0"/>
              <a:t> </a:t>
            </a:r>
            <a:r>
              <a:rPr lang="en-US" sz="2100" dirty="0" err="1"/>
              <a:t>başlatsak</a:t>
            </a:r>
            <a:r>
              <a:rPr lang="en-US" sz="2100" dirty="0"/>
              <a:t> ne </a:t>
            </a:r>
            <a:r>
              <a:rPr lang="en-US" sz="2100" dirty="0" err="1"/>
              <a:t>gibi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problem </a:t>
            </a:r>
            <a:r>
              <a:rPr lang="en-US" sz="2100" dirty="0" err="1"/>
              <a:t>olurdu</a:t>
            </a:r>
            <a:r>
              <a:rPr lang="en-US" sz="2100" dirty="0"/>
              <a:t>?</a:t>
            </a:r>
          </a:p>
          <a:p>
            <a:pPr lvl="1"/>
            <a:r>
              <a:rPr lang="en-US" sz="1700" dirty="0" err="1"/>
              <a:t>React.useState</a:t>
            </a:r>
            <a:r>
              <a:rPr lang="en-US" sz="1700" dirty="0"/>
              <a:t>("React");</a:t>
            </a:r>
          </a:p>
          <a:p>
            <a:pPr lvl="1"/>
            <a:endParaRPr lang="en-US" sz="1700" dirty="0"/>
          </a:p>
          <a:p>
            <a:pPr lvl="1"/>
            <a:endParaRPr lang="en-US" sz="1700" dirty="0"/>
          </a:p>
          <a:p>
            <a:pPr lvl="1"/>
            <a:endParaRPr lang="en-US" sz="1700" dirty="0"/>
          </a:p>
          <a:p>
            <a:pPr lvl="1"/>
            <a:endParaRPr lang="en-US" sz="1700" dirty="0"/>
          </a:p>
          <a:p>
            <a:pPr lvl="1"/>
            <a:endParaRPr lang="en-US" sz="1700" dirty="0"/>
          </a:p>
          <a:p>
            <a:r>
              <a:rPr lang="en-US" sz="2100" dirty="0" err="1"/>
              <a:t>Yukarıdaki</a:t>
            </a:r>
            <a:r>
              <a:rPr lang="en-US" sz="2100" dirty="0"/>
              <a:t> </a:t>
            </a:r>
            <a:r>
              <a:rPr lang="en-US" sz="2100" dirty="0" err="1"/>
              <a:t>görselde</a:t>
            </a:r>
            <a:r>
              <a:rPr lang="en-US" sz="2100" dirty="0"/>
              <a:t> </a:t>
            </a:r>
            <a:r>
              <a:rPr lang="en-US" sz="2100" dirty="0" err="1"/>
              <a:t>gördüğünüz</a:t>
            </a:r>
            <a:r>
              <a:rPr lang="en-US" sz="2100" dirty="0"/>
              <a:t> </a:t>
            </a:r>
            <a:r>
              <a:rPr lang="en-US" sz="2100" dirty="0" err="1"/>
              <a:t>gibi</a:t>
            </a:r>
            <a:r>
              <a:rPr lang="en-US" sz="2100" dirty="0"/>
              <a:t> </a:t>
            </a:r>
            <a:r>
              <a:rPr lang="en-US" sz="2100" dirty="0" err="1"/>
              <a:t>arama</a:t>
            </a:r>
            <a:r>
              <a:rPr lang="en-US" sz="2100" dirty="0"/>
              <a:t> </a:t>
            </a:r>
            <a:r>
              <a:rPr lang="en-US" sz="2100" dirty="0" err="1"/>
              <a:t>kutusu</a:t>
            </a:r>
            <a:r>
              <a:rPr lang="en-US" sz="2100" dirty="0"/>
              <a:t> </a:t>
            </a:r>
            <a:r>
              <a:rPr lang="en-US" sz="2100" dirty="0" err="1"/>
              <a:t>boş</a:t>
            </a:r>
            <a:r>
              <a:rPr lang="en-US" sz="2100" dirty="0"/>
              <a:t> </a:t>
            </a:r>
            <a:r>
              <a:rPr lang="en-US" sz="2100" dirty="0" err="1"/>
              <a:t>ancak</a:t>
            </a:r>
            <a:r>
              <a:rPr lang="en-US" sz="2100" dirty="0"/>
              <a:t> </a:t>
            </a:r>
            <a:r>
              <a:rPr lang="en-US" sz="2100" dirty="0" err="1"/>
              <a:t>state’i</a:t>
            </a:r>
            <a:r>
              <a:rPr lang="en-US" sz="2100" dirty="0"/>
              <a:t> ‘React’ </a:t>
            </a:r>
            <a:r>
              <a:rPr lang="en-US" sz="2100" dirty="0" err="1"/>
              <a:t>ile</a:t>
            </a:r>
            <a:r>
              <a:rPr lang="en-US" sz="2100" dirty="0"/>
              <a:t> </a:t>
            </a:r>
            <a:r>
              <a:rPr lang="en-US" sz="2100" dirty="0" err="1"/>
              <a:t>başlattığımız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</a:t>
            </a:r>
            <a:r>
              <a:rPr lang="en-US" sz="2100" dirty="0" err="1"/>
              <a:t>filtreme</a:t>
            </a:r>
            <a:r>
              <a:rPr lang="en-US" sz="2100" dirty="0"/>
              <a:t> </a:t>
            </a:r>
            <a:r>
              <a:rPr lang="en-US" sz="2100" dirty="0" err="1"/>
              <a:t>gerçekleşti</a:t>
            </a:r>
            <a:r>
              <a:rPr lang="en-US" sz="2100" dirty="0"/>
              <a:t>.</a:t>
            </a:r>
          </a:p>
          <a:p>
            <a:r>
              <a:rPr lang="en-US" sz="2100" dirty="0"/>
              <a:t>Bu </a:t>
            </a:r>
            <a:r>
              <a:rPr lang="en-US" sz="2100" dirty="0" err="1"/>
              <a:t>problemi</a:t>
            </a:r>
            <a:r>
              <a:rPr lang="en-US" sz="2100" dirty="0"/>
              <a:t> </a:t>
            </a:r>
            <a:r>
              <a:rPr lang="en-US" sz="2100" dirty="0" err="1"/>
              <a:t>çözmek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</a:t>
            </a:r>
            <a:r>
              <a:rPr lang="en-US" sz="2100" dirty="0" err="1"/>
              <a:t>Arama</a:t>
            </a:r>
            <a:r>
              <a:rPr lang="en-US" sz="2100" dirty="0"/>
              <a:t> </a:t>
            </a:r>
            <a:r>
              <a:rPr lang="en-US" sz="2100" dirty="0" err="1"/>
              <a:t>bileşenini</a:t>
            </a:r>
            <a:r>
              <a:rPr lang="en-US" sz="2100" dirty="0"/>
              <a:t> </a:t>
            </a:r>
            <a:r>
              <a:rPr lang="en-US" sz="2100" dirty="0" err="1"/>
              <a:t>kontrollü</a:t>
            </a:r>
            <a:r>
              <a:rPr lang="en-US" sz="2100" dirty="0"/>
              <a:t> </a:t>
            </a:r>
            <a:r>
              <a:rPr lang="en-US" sz="2100" dirty="0" err="1"/>
              <a:t>bileşen</a:t>
            </a:r>
            <a:r>
              <a:rPr lang="en-US" sz="2100" dirty="0"/>
              <a:t> </a:t>
            </a:r>
            <a:r>
              <a:rPr lang="en-US" sz="2100" dirty="0" err="1"/>
              <a:t>haline</a:t>
            </a:r>
            <a:r>
              <a:rPr lang="en-US" sz="2100" dirty="0"/>
              <a:t> </a:t>
            </a:r>
            <a:r>
              <a:rPr lang="en-US" sz="2100" dirty="0" err="1"/>
              <a:t>getirmemiz</a:t>
            </a:r>
            <a:r>
              <a:rPr lang="en-US" sz="2100" dirty="0"/>
              <a:t> </a:t>
            </a:r>
            <a:r>
              <a:rPr lang="en-US" sz="2100" dirty="0" err="1"/>
              <a:t>gerekir</a:t>
            </a:r>
            <a:r>
              <a:rPr lang="en-US" sz="2100" dirty="0"/>
              <a:t>. Bu </a:t>
            </a:r>
            <a:r>
              <a:rPr lang="en-US" sz="2100" dirty="0" err="1"/>
              <a:t>şekilde</a:t>
            </a:r>
            <a:r>
              <a:rPr lang="en-US" sz="2100" dirty="0"/>
              <a:t> </a:t>
            </a:r>
            <a:r>
              <a:rPr lang="en-US" sz="2100" dirty="0" err="1"/>
              <a:t>HTML’in</a:t>
            </a:r>
            <a:r>
              <a:rPr lang="en-US" sz="2100" dirty="0"/>
              <a:t> input field </a:t>
            </a:r>
            <a:r>
              <a:rPr lang="en-US" sz="2100" dirty="0" err="1"/>
              <a:t>elementini</a:t>
            </a:r>
            <a:r>
              <a:rPr lang="en-US" sz="2100" dirty="0"/>
              <a:t> de </a:t>
            </a:r>
            <a:r>
              <a:rPr lang="en-US" sz="2100" dirty="0" err="1"/>
              <a:t>kontrol</a:t>
            </a:r>
            <a:r>
              <a:rPr lang="en-US" sz="2100" dirty="0"/>
              <a:t> </a:t>
            </a:r>
            <a:r>
              <a:rPr lang="en-US" sz="2100" dirty="0" err="1"/>
              <a:t>edebiliriz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b="1" dirty="0"/>
              <a:t>value</a:t>
            </a:r>
            <a:r>
              <a:rPr lang="en-US" sz="2100" dirty="0"/>
              <a:t> </a:t>
            </a:r>
            <a:r>
              <a:rPr lang="en-US" sz="2100" dirty="0" err="1"/>
              <a:t>özelliğine</a:t>
            </a:r>
            <a:r>
              <a:rPr lang="en-US" sz="2100" dirty="0"/>
              <a:t> ilk </a:t>
            </a:r>
            <a:r>
              <a:rPr lang="en-US" sz="2100" dirty="0" err="1"/>
              <a:t>değer</a:t>
            </a:r>
            <a:r>
              <a:rPr lang="en-US" sz="2100" dirty="0"/>
              <a:t> </a:t>
            </a:r>
            <a:r>
              <a:rPr lang="en-US" sz="2100" dirty="0" err="1"/>
              <a:t>ataması</a:t>
            </a:r>
            <a:r>
              <a:rPr lang="en-US" sz="2100" dirty="0"/>
              <a:t> </a:t>
            </a:r>
            <a:r>
              <a:rPr lang="en-US" sz="2100" dirty="0" err="1"/>
              <a:t>yapabiliriz</a:t>
            </a:r>
            <a:r>
              <a:rPr lang="en-US" sz="2100" dirty="0"/>
              <a:t>.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9D05AE-A057-565F-A171-0E8177A84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2514600"/>
            <a:ext cx="5527455" cy="1086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600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 err="1"/>
              <a:t>Controlled</a:t>
            </a:r>
            <a:r>
              <a:rPr lang="tr-TR" dirty="0"/>
              <a:t> Components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577B6CD-0BE9-C7C4-D0F5-0C32A39B24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01803" y="1605544"/>
            <a:ext cx="6845300" cy="571500"/>
          </a:xfrm>
        </p:spPr>
      </p:pic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AAE806-7099-F868-0497-8C403EEE5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701" y="2515346"/>
            <a:ext cx="6527800" cy="774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5271D34-6410-448F-A2A5-0439FE5A17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203" y="3651595"/>
            <a:ext cx="7772400" cy="5007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D77BE0F-D017-28FE-68AD-00AACC4DE97B}"/>
              </a:ext>
            </a:extLst>
          </p:cNvPr>
          <p:cNvSpPr txBox="1"/>
          <p:nvPr/>
        </p:nvSpPr>
        <p:spPr>
          <a:xfrm>
            <a:off x="660243" y="5976568"/>
            <a:ext cx="65501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b="1" dirty="0"/>
              <a:t>Örnek: </a:t>
            </a:r>
            <a:r>
              <a:rPr lang="tr-TR" sz="2000" dirty="0">
                <a:hlinkClick r:id="rId6"/>
              </a:rPr>
              <a:t>https://codesandbox.io/s/practical-nobel-mncxc0</a:t>
            </a:r>
            <a:endParaRPr lang="tr-TR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36789DA-FA47-8C38-99BE-C67661001D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803" y="4356459"/>
            <a:ext cx="70485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437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 err="1"/>
              <a:t>Props</a:t>
            </a:r>
            <a:r>
              <a:rPr lang="tr-TR" dirty="0"/>
              <a:t> Handling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05400"/>
          </a:xfrm>
        </p:spPr>
        <p:txBody>
          <a:bodyPr/>
          <a:lstStyle/>
          <a:p>
            <a:r>
              <a:rPr lang="en-US" sz="2100" dirty="0" err="1"/>
              <a:t>Props’lar</a:t>
            </a:r>
            <a:r>
              <a:rPr lang="en-US" sz="2100" dirty="0"/>
              <a:t> </a:t>
            </a:r>
            <a:r>
              <a:rPr lang="en-US" sz="2100" dirty="0" err="1"/>
              <a:t>Javascript</a:t>
            </a:r>
            <a:r>
              <a:rPr lang="en-US" sz="2100" dirty="0"/>
              <a:t> </a:t>
            </a:r>
            <a:r>
              <a:rPr lang="en-US" sz="2100" dirty="0" err="1"/>
              <a:t>nesneleridir</a:t>
            </a:r>
            <a:r>
              <a:rPr lang="en-US" sz="2100" dirty="0"/>
              <a:t>. </a:t>
            </a:r>
            <a:r>
              <a:rPr lang="en-US" sz="2100" dirty="0" err="1"/>
              <a:t>Bileşenlere</a:t>
            </a:r>
            <a:r>
              <a:rPr lang="en-US" sz="2100" dirty="0"/>
              <a:t> props </a:t>
            </a:r>
            <a:r>
              <a:rPr lang="en-US" sz="2100" dirty="0" err="1"/>
              <a:t>geçirirken</a:t>
            </a:r>
            <a:r>
              <a:rPr lang="en-US" sz="2100" dirty="0"/>
              <a:t> </a:t>
            </a:r>
            <a:r>
              <a:rPr lang="en-US" sz="2100" dirty="0" err="1"/>
              <a:t>daha</a:t>
            </a:r>
            <a:r>
              <a:rPr lang="en-US" sz="2100" dirty="0"/>
              <a:t> </a:t>
            </a:r>
            <a:r>
              <a:rPr lang="en-US" sz="2100" dirty="0" err="1"/>
              <a:t>anlaşılır</a:t>
            </a:r>
            <a:r>
              <a:rPr lang="en-US" sz="2100" dirty="0"/>
              <a:t> </a:t>
            </a:r>
            <a:r>
              <a:rPr lang="en-US" sz="2100" dirty="0" err="1"/>
              <a:t>değişken</a:t>
            </a:r>
            <a:r>
              <a:rPr lang="en-US" sz="2100" dirty="0"/>
              <a:t> </a:t>
            </a:r>
            <a:r>
              <a:rPr lang="en-US" sz="2100" dirty="0" err="1"/>
              <a:t>isimleri</a:t>
            </a:r>
            <a:r>
              <a:rPr lang="en-US" sz="2100" dirty="0"/>
              <a:t> </a:t>
            </a:r>
            <a:r>
              <a:rPr lang="en-US" sz="2100" dirty="0" err="1"/>
              <a:t>kullanabiliriz</a:t>
            </a:r>
            <a:r>
              <a:rPr lang="en-US" sz="2100" dirty="0"/>
              <a:t>. Bu </a:t>
            </a:r>
            <a:r>
              <a:rPr lang="en-US" sz="2100" dirty="0" err="1"/>
              <a:t>noktada</a:t>
            </a:r>
            <a:r>
              <a:rPr lang="en-US" sz="2100" dirty="0"/>
              <a:t> </a:t>
            </a:r>
            <a:r>
              <a:rPr lang="en-US" sz="2100" dirty="0" err="1"/>
              <a:t>Javascript’in</a:t>
            </a:r>
            <a:r>
              <a:rPr lang="en-US" sz="2100" dirty="0"/>
              <a:t> </a:t>
            </a:r>
            <a:r>
              <a:rPr lang="en-US" sz="2100" b="1" dirty="0"/>
              <a:t>object </a:t>
            </a:r>
            <a:r>
              <a:rPr lang="en-US" sz="2100" b="1" dirty="0" err="1"/>
              <a:t>destructuring</a:t>
            </a:r>
            <a:r>
              <a:rPr lang="en-US" sz="2100" b="1" dirty="0"/>
              <a:t> </a:t>
            </a:r>
            <a:r>
              <a:rPr lang="en-US" sz="2100" dirty="0" err="1"/>
              <a:t>yöntemini</a:t>
            </a:r>
            <a:r>
              <a:rPr lang="en-US" sz="2100" dirty="0"/>
              <a:t> </a:t>
            </a:r>
            <a:r>
              <a:rPr lang="en-US" sz="2100" dirty="0" err="1"/>
              <a:t>kullanabiliriz</a:t>
            </a:r>
            <a:r>
              <a:rPr lang="en-US" sz="2100" dirty="0"/>
              <a:t>.</a:t>
            </a:r>
          </a:p>
          <a:p>
            <a:r>
              <a:rPr lang="en-US" sz="2100" dirty="0"/>
              <a:t>Bu </a:t>
            </a:r>
            <a:r>
              <a:rPr lang="en-US" sz="2100" dirty="0" err="1"/>
              <a:t>yöntemi</a:t>
            </a:r>
            <a:r>
              <a:rPr lang="en-US" sz="2100" dirty="0"/>
              <a:t> </a:t>
            </a:r>
            <a:r>
              <a:rPr lang="en-US" sz="2100" dirty="0" err="1"/>
              <a:t>kullanmamış</a:t>
            </a:r>
            <a:r>
              <a:rPr lang="en-US" sz="2100" dirty="0"/>
              <a:t> </a:t>
            </a:r>
            <a:r>
              <a:rPr lang="en-US" sz="2100" dirty="0" err="1"/>
              <a:t>olsak</a:t>
            </a:r>
            <a:r>
              <a:rPr lang="en-US" sz="2100" dirty="0"/>
              <a:t> </a:t>
            </a:r>
            <a:r>
              <a:rPr lang="en-US" sz="2100" dirty="0" err="1"/>
              <a:t>aşağıdaki</a:t>
            </a:r>
            <a:r>
              <a:rPr lang="en-US" sz="2100" dirty="0"/>
              <a:t> </a:t>
            </a:r>
            <a:r>
              <a:rPr lang="en-US" sz="2100" dirty="0" err="1"/>
              <a:t>gibi</a:t>
            </a:r>
            <a:r>
              <a:rPr lang="en-US" sz="2100" dirty="0"/>
              <a:t> </a:t>
            </a:r>
            <a:r>
              <a:rPr lang="en-US" sz="2100" dirty="0" err="1"/>
              <a:t>değişken</a:t>
            </a:r>
            <a:r>
              <a:rPr lang="en-US" sz="2100" dirty="0"/>
              <a:t> </a:t>
            </a:r>
            <a:r>
              <a:rPr lang="en-US" sz="2100" dirty="0" err="1"/>
              <a:t>ataması</a:t>
            </a:r>
            <a:r>
              <a:rPr lang="en-US" sz="2100" dirty="0"/>
              <a:t> </a:t>
            </a:r>
            <a:r>
              <a:rPr lang="en-US" sz="2100" dirty="0" err="1"/>
              <a:t>yapacaktık</a:t>
            </a:r>
            <a:r>
              <a:rPr lang="en-US" sz="2100" dirty="0"/>
              <a:t>.</a:t>
            </a:r>
          </a:p>
          <a:p>
            <a:endParaRPr lang="en-US" sz="2100" dirty="0"/>
          </a:p>
          <a:p>
            <a:endParaRPr lang="en-US" sz="2100" dirty="0"/>
          </a:p>
          <a:p>
            <a:endParaRPr lang="en-US" sz="2100" dirty="0"/>
          </a:p>
          <a:p>
            <a:endParaRPr lang="en-US" sz="2100" dirty="0"/>
          </a:p>
          <a:p>
            <a:r>
              <a:rPr lang="en-US" sz="2100" dirty="0"/>
              <a:t>Bu </a:t>
            </a:r>
            <a:r>
              <a:rPr lang="en-US" sz="2100" dirty="0" err="1"/>
              <a:t>yöntemi</a:t>
            </a:r>
            <a:r>
              <a:rPr lang="en-US" sz="2100" dirty="0"/>
              <a:t> </a:t>
            </a:r>
            <a:r>
              <a:rPr lang="en-US" sz="2100" dirty="0" err="1"/>
              <a:t>kullanarak</a:t>
            </a:r>
            <a:r>
              <a:rPr lang="en-US" sz="2100" dirty="0"/>
              <a:t> </a:t>
            </a:r>
            <a:r>
              <a:rPr lang="en-US" sz="2100" dirty="0" err="1"/>
              <a:t>artık</a:t>
            </a:r>
            <a:r>
              <a:rPr lang="en-US" sz="2100" dirty="0"/>
              <a:t> </a:t>
            </a:r>
            <a:r>
              <a:rPr lang="en-US" sz="2100" dirty="0" err="1"/>
              <a:t>aşağıdaki</a:t>
            </a:r>
            <a:r>
              <a:rPr lang="en-US" sz="2100" dirty="0"/>
              <a:t> </a:t>
            </a:r>
            <a:r>
              <a:rPr lang="en-US" sz="2100" dirty="0" err="1"/>
              <a:t>gibi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atama</a:t>
            </a:r>
            <a:r>
              <a:rPr lang="en-US" sz="2100" dirty="0"/>
              <a:t> </a:t>
            </a:r>
            <a:r>
              <a:rPr lang="en-US" sz="2100" dirty="0" err="1"/>
              <a:t>yapabiliriz</a:t>
            </a:r>
            <a:r>
              <a:rPr lang="en-US" sz="2100" dirty="0"/>
              <a:t>.</a:t>
            </a:r>
          </a:p>
          <a:p>
            <a:endParaRPr lang="en-US" sz="2100" dirty="0"/>
          </a:p>
          <a:p>
            <a:endParaRPr lang="en-US" sz="2100" dirty="0"/>
          </a:p>
          <a:p>
            <a:r>
              <a:rPr lang="en-US" sz="2100" dirty="0" err="1"/>
              <a:t>Şimdi</a:t>
            </a:r>
            <a:r>
              <a:rPr lang="en-US" sz="2100" dirty="0"/>
              <a:t> </a:t>
            </a:r>
            <a:r>
              <a:rPr lang="en-US" sz="2100" dirty="0" err="1"/>
              <a:t>aynı</a:t>
            </a:r>
            <a:r>
              <a:rPr lang="en-US" sz="2100" dirty="0"/>
              <a:t> </a:t>
            </a:r>
            <a:r>
              <a:rPr lang="en-US" sz="2100" dirty="0" err="1"/>
              <a:t>işlemi</a:t>
            </a:r>
            <a:r>
              <a:rPr lang="en-US" sz="2100" dirty="0"/>
              <a:t> props </a:t>
            </a:r>
            <a:r>
              <a:rPr lang="en-US" sz="2100" dirty="0" err="1"/>
              <a:t>için</a:t>
            </a:r>
            <a:r>
              <a:rPr lang="en-US" sz="2100" dirty="0"/>
              <a:t> </a:t>
            </a:r>
            <a:r>
              <a:rPr lang="en-US" sz="2100" dirty="0" err="1"/>
              <a:t>yapalım</a:t>
            </a:r>
            <a:r>
              <a:rPr lang="en-US" sz="2100" dirty="0"/>
              <a:t>. Ek </a:t>
            </a:r>
            <a:r>
              <a:rPr lang="en-US" sz="2100" dirty="0" err="1"/>
              <a:t>olarak</a:t>
            </a:r>
            <a:r>
              <a:rPr lang="en-US" sz="2100" dirty="0"/>
              <a:t> da spread </a:t>
            </a:r>
            <a:r>
              <a:rPr lang="en-US" sz="2100" dirty="0" err="1"/>
              <a:t>operatörünü</a:t>
            </a:r>
            <a:r>
              <a:rPr lang="en-US" sz="2100" dirty="0"/>
              <a:t> </a:t>
            </a:r>
            <a:r>
              <a:rPr lang="en-US" sz="2100" dirty="0" err="1"/>
              <a:t>kullanalım</a:t>
            </a:r>
            <a:r>
              <a:rPr lang="en-US" sz="2100" dirty="0"/>
              <a:t>. </a:t>
            </a:r>
            <a:r>
              <a:rPr lang="en-US" sz="2100" dirty="0" err="1"/>
              <a:t>Örnek</a:t>
            </a:r>
            <a:r>
              <a:rPr lang="en-US" sz="2100" dirty="0"/>
              <a:t>: {…</a:t>
            </a:r>
            <a:r>
              <a:rPr lang="en-US" sz="2100" dirty="0" err="1"/>
              <a:t>yazi</a:t>
            </a:r>
            <a:r>
              <a:rPr lang="en-US" sz="2100" dirty="0"/>
              <a:t>}</a:t>
            </a:r>
          </a:p>
          <a:p>
            <a:endParaRPr lang="en-US" sz="2100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4C0960-2130-034E-EDBD-1F81C252C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11" y="3276600"/>
            <a:ext cx="5613400" cy="1066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D513C3-DFDA-8C1B-BC6B-9BB6F624EA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11" y="5213350"/>
            <a:ext cx="5740400" cy="5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3262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 err="1"/>
              <a:t>Props</a:t>
            </a:r>
            <a:r>
              <a:rPr lang="tr-TR" dirty="0"/>
              <a:t> Handling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473831-853A-4248-B0C7-6BC2DE4AC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288" y="1427019"/>
            <a:ext cx="7772400" cy="200198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77A8626-D132-6E63-84CD-9B03E4BA0FC3}"/>
              </a:ext>
            </a:extLst>
          </p:cNvPr>
          <p:cNvSpPr txBox="1"/>
          <p:nvPr/>
        </p:nvSpPr>
        <p:spPr>
          <a:xfrm>
            <a:off x="738790" y="5976568"/>
            <a:ext cx="6393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b="1" dirty="0"/>
              <a:t>Örnek: </a:t>
            </a:r>
            <a:r>
              <a:rPr lang="tr-TR" sz="2000" dirty="0">
                <a:hlinkClick r:id="rId4"/>
              </a:rPr>
              <a:t>https://codesandbox.io/s/props-handling-u8stpt</a:t>
            </a:r>
            <a:endParaRPr lang="tr-TR" sz="2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08590E1-17B0-36EC-4BF2-172A1F6D57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745336"/>
            <a:ext cx="4066430" cy="12076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A96FC76-3104-B923-D6C4-EB381D2CD2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0779" y="3183942"/>
            <a:ext cx="4019933" cy="261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91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/>
              <a:t>Side-</a:t>
            </a:r>
            <a:r>
              <a:rPr lang="tr-TR" dirty="0" err="1"/>
              <a:t>Effects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05400"/>
          </a:xfrm>
        </p:spPr>
        <p:txBody>
          <a:bodyPr/>
          <a:lstStyle/>
          <a:p>
            <a:r>
              <a:rPr lang="en-US" sz="2100" dirty="0"/>
              <a:t>React </a:t>
            </a:r>
            <a:r>
              <a:rPr lang="en-US" sz="2100" dirty="0" err="1"/>
              <a:t>bileşenleri</a:t>
            </a:r>
            <a:r>
              <a:rPr lang="en-US" sz="2100" dirty="0"/>
              <a:t>, render </a:t>
            </a:r>
            <a:r>
              <a:rPr lang="en-US" sz="2100" dirty="0" err="1"/>
              <a:t>işlemi</a:t>
            </a:r>
            <a:r>
              <a:rPr lang="en-US" sz="2100" dirty="0"/>
              <a:t> </a:t>
            </a:r>
            <a:r>
              <a:rPr lang="en-US" sz="2100" dirty="0" err="1"/>
              <a:t>sırasında</a:t>
            </a:r>
            <a:r>
              <a:rPr lang="en-US" sz="2100" dirty="0"/>
              <a:t> </a:t>
            </a:r>
            <a:r>
              <a:rPr lang="en-US" sz="2100" dirty="0" err="1"/>
              <a:t>arayüzünü</a:t>
            </a:r>
            <a:r>
              <a:rPr lang="en-US" sz="2100" dirty="0"/>
              <a:t> </a:t>
            </a:r>
            <a:r>
              <a:rPr lang="en-US" sz="2100" dirty="0" err="1"/>
              <a:t>oluşturmak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JSX </a:t>
            </a:r>
            <a:r>
              <a:rPr lang="en-US" sz="2100" dirty="0" err="1"/>
              <a:t>kullanır</a:t>
            </a:r>
            <a:r>
              <a:rPr lang="en-US" sz="2100" dirty="0"/>
              <a:t>. </a:t>
            </a:r>
          </a:p>
          <a:p>
            <a:r>
              <a:rPr lang="en-US" sz="2100" dirty="0" err="1"/>
              <a:t>Ancak</a:t>
            </a:r>
            <a:r>
              <a:rPr lang="en-US" sz="2100" dirty="0"/>
              <a:t> </a:t>
            </a:r>
            <a:r>
              <a:rPr lang="en-US" sz="2100" dirty="0" err="1"/>
              <a:t>bazen</a:t>
            </a:r>
            <a:r>
              <a:rPr lang="en-US" sz="2100" dirty="0"/>
              <a:t> </a:t>
            </a:r>
            <a:r>
              <a:rPr lang="en-US" sz="2100" dirty="0" err="1"/>
              <a:t>bileşenlerin</a:t>
            </a:r>
            <a:r>
              <a:rPr lang="en-US" sz="2100" dirty="0"/>
              <a:t> </a:t>
            </a:r>
            <a:r>
              <a:rPr lang="en-US" sz="2100" dirty="0" err="1"/>
              <a:t>yalnızca</a:t>
            </a:r>
            <a:r>
              <a:rPr lang="en-US" sz="2100" dirty="0"/>
              <a:t> </a:t>
            </a:r>
            <a:r>
              <a:rPr lang="en-US" sz="2100" dirty="0" err="1"/>
              <a:t>arayüz</a:t>
            </a:r>
            <a:r>
              <a:rPr lang="en-US" sz="2100" dirty="0"/>
              <a:t> </a:t>
            </a:r>
            <a:r>
              <a:rPr lang="en-US" sz="2100" dirty="0" err="1"/>
              <a:t>oluşturmakla</a:t>
            </a:r>
            <a:r>
              <a:rPr lang="en-US" sz="2100" dirty="0"/>
              <a:t> </a:t>
            </a:r>
            <a:r>
              <a:rPr lang="en-US" sz="2100" dirty="0" err="1"/>
              <a:t>kalmayıp</a:t>
            </a:r>
            <a:r>
              <a:rPr lang="en-US" sz="2100" dirty="0"/>
              <a:t>, </a:t>
            </a:r>
            <a:r>
              <a:rPr lang="en-US" sz="2100" dirty="0" err="1"/>
              <a:t>belirli</a:t>
            </a:r>
            <a:r>
              <a:rPr lang="en-US" sz="2100" dirty="0"/>
              <a:t> </a:t>
            </a:r>
            <a:r>
              <a:rPr lang="en-US" sz="2100" dirty="0" err="1"/>
              <a:t>durumlarda</a:t>
            </a:r>
            <a:r>
              <a:rPr lang="en-US" sz="2100" dirty="0"/>
              <a:t> </a:t>
            </a:r>
            <a:r>
              <a:rPr lang="en-US" sz="2100" dirty="0" err="1"/>
              <a:t>ekstra</a:t>
            </a:r>
            <a:r>
              <a:rPr lang="en-US" sz="2100" dirty="0"/>
              <a:t> </a:t>
            </a:r>
            <a:r>
              <a:rPr lang="en-US" sz="2100" dirty="0" err="1"/>
              <a:t>işlevleri</a:t>
            </a:r>
            <a:r>
              <a:rPr lang="en-US" sz="2100" dirty="0"/>
              <a:t> de </a:t>
            </a:r>
            <a:r>
              <a:rPr lang="en-US" sz="2100" dirty="0" err="1"/>
              <a:t>yerine</a:t>
            </a:r>
            <a:r>
              <a:rPr lang="en-US" sz="2100" dirty="0"/>
              <a:t> </a:t>
            </a:r>
            <a:r>
              <a:rPr lang="en-US" sz="2100" dirty="0" err="1"/>
              <a:t>getirmesi</a:t>
            </a:r>
            <a:r>
              <a:rPr lang="en-US" sz="2100" dirty="0"/>
              <a:t> </a:t>
            </a:r>
            <a:r>
              <a:rPr lang="en-US" sz="2100" dirty="0" err="1"/>
              <a:t>gerekebilir</a:t>
            </a:r>
            <a:r>
              <a:rPr lang="en-US" sz="2100" dirty="0"/>
              <a:t>.</a:t>
            </a:r>
          </a:p>
          <a:p>
            <a:r>
              <a:rPr lang="en-US" sz="2100" dirty="0"/>
              <a:t>Side effects, bu </a:t>
            </a:r>
            <a:r>
              <a:rPr lang="en-US" sz="2100" dirty="0" err="1"/>
              <a:t>ekstra</a:t>
            </a:r>
            <a:r>
              <a:rPr lang="en-US" sz="2100" dirty="0"/>
              <a:t> </a:t>
            </a:r>
            <a:r>
              <a:rPr lang="en-US" sz="2100" dirty="0" err="1"/>
              <a:t>işlevleri</a:t>
            </a:r>
            <a:r>
              <a:rPr lang="en-US" sz="2100" dirty="0"/>
              <a:t> </a:t>
            </a:r>
            <a:r>
              <a:rPr lang="en-US" sz="2100" dirty="0" err="1"/>
              <a:t>gerçekleştirmek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</a:t>
            </a:r>
            <a:r>
              <a:rPr lang="en-US" sz="2100" dirty="0" err="1"/>
              <a:t>kullanılır</a:t>
            </a:r>
            <a:r>
              <a:rPr lang="en-US" sz="2100" dirty="0"/>
              <a:t>. </a:t>
            </a:r>
          </a:p>
          <a:p>
            <a:r>
              <a:rPr lang="en-US" sz="2100" dirty="0" err="1"/>
              <a:t>Örneğin</a:t>
            </a:r>
            <a:r>
              <a:rPr lang="en-US" sz="2100" dirty="0"/>
              <a:t>, API </a:t>
            </a:r>
            <a:r>
              <a:rPr lang="en-US" sz="2100" dirty="0" err="1"/>
              <a:t>çağrıları</a:t>
            </a:r>
            <a:r>
              <a:rPr lang="en-US" sz="2100" dirty="0"/>
              <a:t> </a:t>
            </a:r>
            <a:r>
              <a:rPr lang="en-US" sz="2100" dirty="0" err="1"/>
              <a:t>yapmak</a:t>
            </a:r>
            <a:r>
              <a:rPr lang="en-US" sz="2100" dirty="0"/>
              <a:t>, </a:t>
            </a:r>
            <a:r>
              <a:rPr lang="en-US" sz="2100" dirty="0" err="1"/>
              <a:t>veri</a:t>
            </a:r>
            <a:r>
              <a:rPr lang="en-US" sz="2100" dirty="0"/>
              <a:t> </a:t>
            </a:r>
            <a:r>
              <a:rPr lang="en-US" sz="2100" dirty="0" err="1"/>
              <a:t>tabanı</a:t>
            </a:r>
            <a:r>
              <a:rPr lang="en-US" sz="2100" dirty="0"/>
              <a:t> </a:t>
            </a:r>
            <a:r>
              <a:rPr lang="en-US" sz="2100" dirty="0" err="1"/>
              <a:t>güncellemeleri</a:t>
            </a:r>
            <a:r>
              <a:rPr lang="en-US" sz="2100" dirty="0"/>
              <a:t> </a:t>
            </a:r>
            <a:r>
              <a:rPr lang="en-US" sz="2100" dirty="0" err="1"/>
              <a:t>yapmak</a:t>
            </a:r>
            <a:r>
              <a:rPr lang="en-US" sz="2100" dirty="0"/>
              <a:t>, </a:t>
            </a:r>
            <a:r>
              <a:rPr lang="en-US" sz="2100" dirty="0" err="1"/>
              <a:t>olay</a:t>
            </a:r>
            <a:r>
              <a:rPr lang="en-US" sz="2100" dirty="0"/>
              <a:t> </a:t>
            </a:r>
            <a:r>
              <a:rPr lang="en-US" sz="2100" dirty="0" err="1"/>
              <a:t>dinlemek</a:t>
            </a:r>
            <a:r>
              <a:rPr lang="en-US" sz="2100" dirty="0"/>
              <a:t>, </a:t>
            </a:r>
            <a:r>
              <a:rPr lang="en-US" sz="2100" dirty="0" err="1"/>
              <a:t>animasyonlar</a:t>
            </a:r>
            <a:r>
              <a:rPr lang="en-US" sz="2100" dirty="0"/>
              <a:t> </a:t>
            </a:r>
            <a:r>
              <a:rPr lang="en-US" sz="2100" dirty="0" err="1"/>
              <a:t>gerçekleştirmek</a:t>
            </a:r>
            <a:r>
              <a:rPr lang="en-US" sz="2100" dirty="0"/>
              <a:t> </a:t>
            </a:r>
            <a:r>
              <a:rPr lang="en-US" sz="2100" dirty="0" err="1"/>
              <a:t>gibi</a:t>
            </a:r>
            <a:r>
              <a:rPr lang="en-US" sz="2100" dirty="0"/>
              <a:t> </a:t>
            </a:r>
            <a:r>
              <a:rPr lang="en-US" sz="2100" dirty="0" err="1"/>
              <a:t>işlemler</a:t>
            </a:r>
            <a:r>
              <a:rPr lang="en-US" sz="2100" dirty="0"/>
              <a:t> side effects </a:t>
            </a:r>
            <a:r>
              <a:rPr lang="en-US" sz="2100" dirty="0" err="1"/>
              <a:t>olarak</a:t>
            </a:r>
            <a:r>
              <a:rPr lang="en-US" sz="2100" dirty="0"/>
              <a:t> </a:t>
            </a:r>
            <a:r>
              <a:rPr lang="en-US" sz="2100" dirty="0" err="1"/>
              <a:t>kabul</a:t>
            </a:r>
            <a:r>
              <a:rPr lang="en-US" sz="2100" dirty="0"/>
              <a:t> </a:t>
            </a:r>
            <a:r>
              <a:rPr lang="en-US" sz="2100" dirty="0" err="1"/>
              <a:t>edilir</a:t>
            </a:r>
            <a:r>
              <a:rPr lang="en-US" sz="2100" dirty="0"/>
              <a:t>.</a:t>
            </a:r>
          </a:p>
          <a:p>
            <a:r>
              <a:rPr lang="en-US" sz="2100" dirty="0"/>
              <a:t>React </a:t>
            </a:r>
            <a:r>
              <a:rPr lang="en-US" sz="2100" dirty="0" err="1"/>
              <a:t>bileşenlerinde</a:t>
            </a:r>
            <a:r>
              <a:rPr lang="en-US" sz="2100" dirty="0"/>
              <a:t> side effects </a:t>
            </a:r>
            <a:r>
              <a:rPr lang="en-US" sz="2100" dirty="0" err="1"/>
              <a:t>için</a:t>
            </a:r>
            <a:r>
              <a:rPr lang="en-US" sz="2100" dirty="0"/>
              <a:t> </a:t>
            </a:r>
            <a:r>
              <a:rPr lang="en-US" sz="2100" dirty="0" err="1"/>
              <a:t>genellikle</a:t>
            </a:r>
            <a:r>
              <a:rPr lang="en-US" sz="2100" dirty="0"/>
              <a:t> </a:t>
            </a:r>
            <a:r>
              <a:rPr lang="en-US" sz="2100" dirty="0" err="1"/>
              <a:t>useEffect</a:t>
            </a:r>
            <a:r>
              <a:rPr lang="en-US" sz="2100" dirty="0"/>
              <a:t> </a:t>
            </a:r>
            <a:r>
              <a:rPr lang="en-US" sz="2100" dirty="0" err="1"/>
              <a:t>adlı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"hook" </a:t>
            </a:r>
            <a:r>
              <a:rPr lang="en-US" sz="2100" dirty="0" err="1"/>
              <a:t>kullanılır</a:t>
            </a:r>
            <a:r>
              <a:rPr lang="en-US" sz="2100" dirty="0"/>
              <a:t>. </a:t>
            </a:r>
            <a:r>
              <a:rPr lang="en-US" sz="2100" dirty="0" err="1"/>
              <a:t>useEffect</a:t>
            </a:r>
            <a:r>
              <a:rPr lang="en-US" sz="2100" dirty="0"/>
              <a:t>, </a:t>
            </a:r>
            <a:r>
              <a:rPr lang="en-US" sz="2100" dirty="0" err="1"/>
              <a:t>bileşenin</a:t>
            </a:r>
            <a:r>
              <a:rPr lang="en-US" sz="2100" dirty="0"/>
              <a:t> </a:t>
            </a:r>
            <a:r>
              <a:rPr lang="en-US" sz="2100" dirty="0" err="1"/>
              <a:t>yaşam</a:t>
            </a:r>
            <a:r>
              <a:rPr lang="en-US" sz="2100" dirty="0"/>
              <a:t> </a:t>
            </a:r>
            <a:r>
              <a:rPr lang="en-US" sz="2100" dirty="0" err="1"/>
              <a:t>döngüsüne</a:t>
            </a:r>
            <a:r>
              <a:rPr lang="en-US" sz="2100" dirty="0"/>
              <a:t> </a:t>
            </a:r>
            <a:r>
              <a:rPr lang="en-US" sz="2100" dirty="0" err="1"/>
              <a:t>bağlı</a:t>
            </a:r>
            <a:r>
              <a:rPr lang="en-US" sz="2100" dirty="0"/>
              <a:t> </a:t>
            </a:r>
            <a:r>
              <a:rPr lang="en-US" sz="2100" dirty="0" err="1"/>
              <a:t>olarak</a:t>
            </a:r>
            <a:r>
              <a:rPr lang="en-US" sz="2100" dirty="0"/>
              <a:t> </a:t>
            </a:r>
            <a:r>
              <a:rPr lang="en-US" sz="2100" dirty="0" err="1"/>
              <a:t>çalışan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side </a:t>
            </a:r>
            <a:r>
              <a:rPr lang="en-US" sz="2100" dirty="0" err="1"/>
              <a:t>effects'i</a:t>
            </a:r>
            <a:r>
              <a:rPr lang="en-US" sz="2100" dirty="0"/>
              <a:t> </a:t>
            </a:r>
            <a:r>
              <a:rPr lang="en-US" sz="2100" dirty="0" err="1"/>
              <a:t>gerçekleştiren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fonksiyonu</a:t>
            </a:r>
            <a:r>
              <a:rPr lang="en-US" sz="2100" dirty="0"/>
              <a:t> </a:t>
            </a:r>
            <a:r>
              <a:rPr lang="en-US" sz="2100" dirty="0" err="1"/>
              <a:t>içine</a:t>
            </a:r>
            <a:r>
              <a:rPr lang="en-US" sz="2100" dirty="0"/>
              <a:t> </a:t>
            </a:r>
            <a:r>
              <a:rPr lang="en-US" sz="2100" dirty="0" err="1"/>
              <a:t>alır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useEffect</a:t>
            </a:r>
            <a:r>
              <a:rPr lang="en-US" sz="2100" dirty="0"/>
              <a:t> </a:t>
            </a:r>
            <a:r>
              <a:rPr lang="en-US" sz="2100" dirty="0" err="1"/>
              <a:t>hook'u</a:t>
            </a:r>
            <a:r>
              <a:rPr lang="en-US" sz="2100" dirty="0"/>
              <a:t>, </a:t>
            </a:r>
            <a:r>
              <a:rPr lang="en-US" sz="2100" dirty="0" err="1"/>
              <a:t>bileşenin</a:t>
            </a:r>
            <a:r>
              <a:rPr lang="en-US" sz="2100" dirty="0"/>
              <a:t> mount (ilk render), </a:t>
            </a:r>
            <a:r>
              <a:rPr lang="en-US" sz="2100" dirty="0" err="1"/>
              <a:t>güncellenmesi</a:t>
            </a:r>
            <a:r>
              <a:rPr lang="en-US" sz="2100" dirty="0"/>
              <a:t> (props </a:t>
            </a:r>
            <a:r>
              <a:rPr lang="en-US" sz="2100" dirty="0" err="1"/>
              <a:t>veya</a:t>
            </a:r>
            <a:r>
              <a:rPr lang="en-US" sz="2100" dirty="0"/>
              <a:t> state </a:t>
            </a:r>
            <a:r>
              <a:rPr lang="en-US" sz="2100" dirty="0" err="1"/>
              <a:t>değişiklikleri</a:t>
            </a:r>
            <a:r>
              <a:rPr lang="en-US" sz="2100" dirty="0"/>
              <a:t>) </a:t>
            </a:r>
            <a:r>
              <a:rPr lang="en-US" sz="2100" dirty="0" err="1"/>
              <a:t>ve</a:t>
            </a:r>
            <a:r>
              <a:rPr lang="en-US" sz="2100" dirty="0"/>
              <a:t> unmount (</a:t>
            </a:r>
            <a:r>
              <a:rPr lang="en-US" sz="2100" dirty="0" err="1"/>
              <a:t>bileşen</a:t>
            </a:r>
            <a:r>
              <a:rPr lang="en-US" sz="2100" dirty="0"/>
              <a:t> </a:t>
            </a:r>
            <a:r>
              <a:rPr lang="en-US" sz="2100" dirty="0" err="1"/>
              <a:t>kaldırıldığında</a:t>
            </a:r>
            <a:r>
              <a:rPr lang="en-US" sz="2100" dirty="0"/>
              <a:t>) </a:t>
            </a:r>
            <a:r>
              <a:rPr lang="en-US" sz="2100" dirty="0" err="1"/>
              <a:t>gibi</a:t>
            </a:r>
            <a:r>
              <a:rPr lang="en-US" sz="2100" dirty="0"/>
              <a:t> </a:t>
            </a:r>
            <a:r>
              <a:rPr lang="en-US" sz="2100" dirty="0" err="1"/>
              <a:t>belirli</a:t>
            </a:r>
            <a:r>
              <a:rPr lang="en-US" sz="2100" dirty="0"/>
              <a:t> </a:t>
            </a:r>
            <a:r>
              <a:rPr lang="en-US" sz="2100" dirty="0" err="1"/>
              <a:t>durumlarda</a:t>
            </a:r>
            <a:r>
              <a:rPr lang="en-US" sz="2100" dirty="0"/>
              <a:t> </a:t>
            </a:r>
            <a:r>
              <a:rPr lang="en-US" sz="2100" dirty="0" err="1"/>
              <a:t>çalışır</a:t>
            </a:r>
            <a:r>
              <a:rPr lang="en-US" sz="2100" dirty="0"/>
              <a:t>.</a:t>
            </a:r>
          </a:p>
          <a:p>
            <a:endParaRPr lang="en-US" sz="2100" dirty="0"/>
          </a:p>
          <a:p>
            <a:endParaRPr lang="en-US" sz="2100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</p:spTree>
    <p:extLst>
      <p:ext uri="{BB962C8B-B14F-4D97-AF65-F5344CB8AC3E}">
        <p14:creationId xmlns:p14="http://schemas.microsoft.com/office/powerpoint/2010/main" val="20937836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/>
              <a:t>Side-</a:t>
            </a:r>
            <a:r>
              <a:rPr lang="tr-TR" dirty="0" err="1"/>
              <a:t>Effects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05400"/>
          </a:xfrm>
        </p:spPr>
        <p:txBody>
          <a:bodyPr/>
          <a:lstStyle/>
          <a:p>
            <a:r>
              <a:rPr lang="en-US" sz="2100" dirty="0"/>
              <a:t>Side effect </a:t>
            </a:r>
            <a:r>
              <a:rPr lang="en-US" sz="2100" dirty="0" err="1"/>
              <a:t>fonksiyonu</a:t>
            </a:r>
            <a:r>
              <a:rPr lang="en-US" sz="2100" dirty="0"/>
              <a:t>, </a:t>
            </a:r>
            <a:r>
              <a:rPr lang="en-US" sz="2100" dirty="0" err="1"/>
              <a:t>genellikle</a:t>
            </a:r>
            <a:r>
              <a:rPr lang="en-US" sz="2100" dirty="0"/>
              <a:t> </a:t>
            </a:r>
            <a:r>
              <a:rPr lang="en-US" sz="2100" dirty="0" err="1"/>
              <a:t>birinci</a:t>
            </a:r>
            <a:r>
              <a:rPr lang="en-US" sz="2100" dirty="0"/>
              <a:t> </a:t>
            </a:r>
            <a:r>
              <a:rPr lang="en-US" sz="2100" dirty="0" err="1"/>
              <a:t>parametre</a:t>
            </a:r>
            <a:r>
              <a:rPr lang="en-US" sz="2100" dirty="0"/>
              <a:t> </a:t>
            </a:r>
            <a:r>
              <a:rPr lang="en-US" sz="2100" dirty="0" err="1"/>
              <a:t>olarak</a:t>
            </a:r>
            <a:r>
              <a:rPr lang="en-US" sz="2100" dirty="0"/>
              <a:t> </a:t>
            </a:r>
            <a:r>
              <a:rPr lang="en-US" sz="2100" dirty="0" err="1"/>
              <a:t>geçilen</a:t>
            </a:r>
            <a:r>
              <a:rPr lang="en-US" sz="2100" dirty="0"/>
              <a:t> </a:t>
            </a:r>
            <a:r>
              <a:rPr lang="en-US" sz="2100" dirty="0" err="1"/>
              <a:t>bağımlılık</a:t>
            </a:r>
            <a:r>
              <a:rPr lang="en-US" sz="2100" dirty="0"/>
              <a:t> </a:t>
            </a:r>
            <a:r>
              <a:rPr lang="en-US" sz="2100" dirty="0" err="1"/>
              <a:t>dizisi</a:t>
            </a:r>
            <a:r>
              <a:rPr lang="en-US" sz="2100" dirty="0"/>
              <a:t> </a:t>
            </a:r>
            <a:r>
              <a:rPr lang="en-US" sz="2100" dirty="0" err="1"/>
              <a:t>tarafından</a:t>
            </a:r>
            <a:r>
              <a:rPr lang="en-US" sz="2100" dirty="0"/>
              <a:t> </a:t>
            </a:r>
            <a:r>
              <a:rPr lang="en-US" sz="2100" dirty="0" err="1"/>
              <a:t>tetiklenir</a:t>
            </a:r>
            <a:r>
              <a:rPr lang="en-US" sz="2100" dirty="0"/>
              <a:t>. </a:t>
            </a:r>
          </a:p>
          <a:p>
            <a:r>
              <a:rPr lang="en-US" sz="2100" dirty="0"/>
              <a:t>Bu </a:t>
            </a:r>
            <a:r>
              <a:rPr lang="en-US" sz="2100" dirty="0" err="1"/>
              <a:t>dizideki</a:t>
            </a:r>
            <a:r>
              <a:rPr lang="en-US" sz="2100" dirty="0"/>
              <a:t> </a:t>
            </a:r>
            <a:r>
              <a:rPr lang="en-US" sz="2100" dirty="0" err="1"/>
              <a:t>değerler</a:t>
            </a:r>
            <a:r>
              <a:rPr lang="en-US" sz="2100" dirty="0"/>
              <a:t>, side effect </a:t>
            </a:r>
            <a:r>
              <a:rPr lang="en-US" sz="2100" dirty="0" err="1"/>
              <a:t>fonksiyonunun</a:t>
            </a:r>
            <a:r>
              <a:rPr lang="en-US" sz="2100" dirty="0"/>
              <a:t> </a:t>
            </a:r>
            <a:r>
              <a:rPr lang="en-US" sz="2100" dirty="0" err="1"/>
              <a:t>çalışmasını</a:t>
            </a:r>
            <a:r>
              <a:rPr lang="en-US" sz="2100" dirty="0"/>
              <a:t> </a:t>
            </a:r>
            <a:r>
              <a:rPr lang="en-US" sz="2100" dirty="0" err="1"/>
              <a:t>tetikleyen</a:t>
            </a:r>
            <a:r>
              <a:rPr lang="en-US" sz="2100" dirty="0"/>
              <a:t> </a:t>
            </a:r>
            <a:r>
              <a:rPr lang="en-US" sz="2100" dirty="0" err="1"/>
              <a:t>bileşenin</a:t>
            </a:r>
            <a:r>
              <a:rPr lang="en-US" sz="2100" dirty="0"/>
              <a:t> props </a:t>
            </a:r>
            <a:r>
              <a:rPr lang="en-US" sz="2100" dirty="0" err="1"/>
              <a:t>veya</a:t>
            </a:r>
            <a:r>
              <a:rPr lang="en-US" sz="2100" dirty="0"/>
              <a:t> state </a:t>
            </a:r>
            <a:r>
              <a:rPr lang="en-US" sz="2100" dirty="0" err="1"/>
              <a:t>değerleridir</a:t>
            </a:r>
            <a:r>
              <a:rPr lang="en-US" sz="2100" dirty="0"/>
              <a:t>. </a:t>
            </a:r>
          </a:p>
          <a:p>
            <a:r>
              <a:rPr lang="en-US" sz="2100" dirty="0" err="1"/>
              <a:t>Bağımlılık</a:t>
            </a:r>
            <a:r>
              <a:rPr lang="en-US" sz="2100" dirty="0"/>
              <a:t> </a:t>
            </a:r>
            <a:r>
              <a:rPr lang="en-US" sz="2100" dirty="0" err="1"/>
              <a:t>dizisi</a:t>
            </a:r>
            <a:r>
              <a:rPr lang="en-US" sz="2100" dirty="0"/>
              <a:t> </a:t>
            </a:r>
            <a:r>
              <a:rPr lang="en-US" sz="2100" dirty="0" err="1"/>
              <a:t>boş</a:t>
            </a:r>
            <a:r>
              <a:rPr lang="en-US" sz="2100" dirty="0"/>
              <a:t> </a:t>
            </a:r>
            <a:r>
              <a:rPr lang="en-US" sz="2100" dirty="0" err="1"/>
              <a:t>bırakılırsa</a:t>
            </a:r>
            <a:r>
              <a:rPr lang="en-US" sz="2100" dirty="0"/>
              <a:t>, side effect </a:t>
            </a:r>
            <a:r>
              <a:rPr lang="en-US" sz="2100" dirty="0" err="1"/>
              <a:t>fonksiyonu</a:t>
            </a:r>
            <a:r>
              <a:rPr lang="en-US" sz="2100" dirty="0"/>
              <a:t> </a:t>
            </a:r>
            <a:r>
              <a:rPr lang="en-US" sz="2100" dirty="0" err="1"/>
              <a:t>sadece</a:t>
            </a:r>
            <a:r>
              <a:rPr lang="en-US" sz="2100" dirty="0"/>
              <a:t> </a:t>
            </a:r>
            <a:r>
              <a:rPr lang="en-US" sz="2100" dirty="0" err="1"/>
              <a:t>bileşenin</a:t>
            </a:r>
            <a:r>
              <a:rPr lang="en-US" sz="2100" dirty="0"/>
              <a:t> ilk </a:t>
            </a:r>
            <a:r>
              <a:rPr lang="en-US" sz="2100" dirty="0" err="1"/>
              <a:t>renderinde</a:t>
            </a:r>
            <a:r>
              <a:rPr lang="en-US" sz="2100" dirty="0"/>
              <a:t> </a:t>
            </a:r>
            <a:r>
              <a:rPr lang="en-US" sz="2100" dirty="0" err="1"/>
              <a:t>çalışır</a:t>
            </a:r>
            <a:r>
              <a:rPr lang="en-US" sz="2100" dirty="0"/>
              <a:t>.</a:t>
            </a:r>
          </a:p>
          <a:p>
            <a:r>
              <a:rPr lang="en-US" sz="2100" dirty="0"/>
              <a:t>Side effect </a:t>
            </a:r>
            <a:r>
              <a:rPr lang="en-US" sz="2100" dirty="0" err="1"/>
              <a:t>fonksiyonu</a:t>
            </a:r>
            <a:r>
              <a:rPr lang="en-US" sz="2100" dirty="0"/>
              <a:t> </a:t>
            </a:r>
            <a:r>
              <a:rPr lang="en-US" sz="2100" dirty="0" err="1"/>
              <a:t>içinde</a:t>
            </a:r>
            <a:r>
              <a:rPr lang="en-US" sz="2100" dirty="0"/>
              <a:t> </a:t>
            </a:r>
            <a:r>
              <a:rPr lang="en-US" sz="2100" dirty="0" err="1"/>
              <a:t>yapılan</a:t>
            </a:r>
            <a:r>
              <a:rPr lang="en-US" sz="2100" dirty="0"/>
              <a:t> </a:t>
            </a:r>
            <a:r>
              <a:rPr lang="en-US" sz="2100" dirty="0" err="1"/>
              <a:t>işlemler</a:t>
            </a:r>
            <a:r>
              <a:rPr lang="en-US" sz="2100" dirty="0"/>
              <a:t>, </a:t>
            </a:r>
            <a:r>
              <a:rPr lang="en-US" sz="2100" dirty="0" err="1"/>
              <a:t>genellikle</a:t>
            </a:r>
            <a:r>
              <a:rPr lang="en-US" sz="2100" dirty="0"/>
              <a:t> </a:t>
            </a:r>
            <a:r>
              <a:rPr lang="en-US" sz="2100" dirty="0" err="1"/>
              <a:t>etkileşimli</a:t>
            </a:r>
            <a:r>
              <a:rPr lang="en-US" sz="2100" dirty="0"/>
              <a:t> </a:t>
            </a:r>
            <a:r>
              <a:rPr lang="en-US" sz="2100" dirty="0" err="1"/>
              <a:t>veya</a:t>
            </a:r>
            <a:r>
              <a:rPr lang="en-US" sz="2100" dirty="0"/>
              <a:t> </a:t>
            </a:r>
            <a:r>
              <a:rPr lang="en-US" sz="2100" dirty="0" err="1"/>
              <a:t>asenkron</a:t>
            </a:r>
            <a:r>
              <a:rPr lang="en-US" sz="2100" dirty="0"/>
              <a:t> </a:t>
            </a:r>
            <a:r>
              <a:rPr lang="en-US" sz="2100" dirty="0" err="1"/>
              <a:t>işlemlerdir</a:t>
            </a:r>
            <a:r>
              <a:rPr lang="en-US" sz="2100" dirty="0"/>
              <a:t>. </a:t>
            </a:r>
          </a:p>
          <a:p>
            <a:r>
              <a:rPr lang="en-US" sz="2100" dirty="0" err="1"/>
              <a:t>Örneğin</a:t>
            </a:r>
            <a:r>
              <a:rPr lang="en-US" sz="2100" dirty="0"/>
              <a:t>, API </a:t>
            </a:r>
            <a:r>
              <a:rPr lang="en-US" sz="2100" dirty="0" err="1"/>
              <a:t>çağrıları</a:t>
            </a:r>
            <a:r>
              <a:rPr lang="en-US" sz="2100" dirty="0"/>
              <a:t> </a:t>
            </a:r>
            <a:r>
              <a:rPr lang="en-US" sz="2100" dirty="0" err="1"/>
              <a:t>yapmak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fetch </a:t>
            </a:r>
            <a:r>
              <a:rPr lang="en-US" sz="2100" dirty="0" err="1"/>
              <a:t>fonksiyonu</a:t>
            </a:r>
            <a:r>
              <a:rPr lang="en-US" sz="2100" dirty="0"/>
              <a:t> </a:t>
            </a:r>
            <a:r>
              <a:rPr lang="en-US" sz="2100" dirty="0" err="1"/>
              <a:t>kullanılabilir</a:t>
            </a:r>
            <a:r>
              <a:rPr lang="en-US" sz="2100" dirty="0"/>
              <a:t> </a:t>
            </a:r>
            <a:r>
              <a:rPr lang="en-US" sz="2100" dirty="0" err="1"/>
              <a:t>veya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abonelik</a:t>
            </a:r>
            <a:r>
              <a:rPr lang="en-US" sz="2100" dirty="0"/>
              <a:t> </a:t>
            </a:r>
            <a:r>
              <a:rPr lang="en-US" sz="2100" dirty="0" err="1"/>
              <a:t>oluşturmak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</a:t>
            </a:r>
            <a:r>
              <a:rPr lang="en-US" sz="2100" dirty="0" err="1"/>
              <a:t>olay</a:t>
            </a:r>
            <a:r>
              <a:rPr lang="en-US" sz="2100" dirty="0"/>
              <a:t> </a:t>
            </a:r>
            <a:r>
              <a:rPr lang="en-US" sz="2100" dirty="0" err="1"/>
              <a:t>dinleyicileri</a:t>
            </a:r>
            <a:r>
              <a:rPr lang="en-US" sz="2100" dirty="0"/>
              <a:t> </a:t>
            </a:r>
            <a:r>
              <a:rPr lang="en-US" sz="2100" dirty="0" err="1"/>
              <a:t>eklenir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Kendi</a:t>
            </a:r>
            <a:r>
              <a:rPr lang="en-US" sz="2100" dirty="0"/>
              <a:t> </a:t>
            </a:r>
            <a:r>
              <a:rPr lang="en-US" sz="2100" dirty="0" err="1"/>
              <a:t>uygulamamızda</a:t>
            </a:r>
            <a:r>
              <a:rPr lang="en-US" sz="2100" dirty="0"/>
              <a:t> da side effect </a:t>
            </a:r>
            <a:r>
              <a:rPr lang="en-US" sz="2100" dirty="0" err="1"/>
              <a:t>kullanarak</a:t>
            </a:r>
            <a:r>
              <a:rPr lang="en-US" sz="2100" dirty="0"/>
              <a:t> </a:t>
            </a:r>
            <a:r>
              <a:rPr lang="en-US" sz="2100" dirty="0" err="1"/>
              <a:t>aranan</a:t>
            </a:r>
            <a:r>
              <a:rPr lang="en-US" sz="2100" dirty="0"/>
              <a:t> </a:t>
            </a:r>
            <a:r>
              <a:rPr lang="en-US" sz="2100" dirty="0" err="1"/>
              <a:t>metnin</a:t>
            </a:r>
            <a:r>
              <a:rPr lang="en-US" sz="2100" dirty="0"/>
              <a:t> </a:t>
            </a:r>
            <a:r>
              <a:rPr lang="en-US" sz="2100" dirty="0" err="1"/>
              <a:t>hatırlanmasını</a:t>
            </a:r>
            <a:r>
              <a:rPr lang="en-US" sz="2100" dirty="0"/>
              <a:t> </a:t>
            </a:r>
            <a:r>
              <a:rPr lang="en-US" sz="2100" dirty="0" err="1"/>
              <a:t>sağlayacak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yapı</a:t>
            </a:r>
            <a:r>
              <a:rPr lang="en-US" sz="2100" dirty="0"/>
              <a:t> </a:t>
            </a:r>
            <a:r>
              <a:rPr lang="en-US" sz="2100" dirty="0" err="1"/>
              <a:t>kuralım</a:t>
            </a:r>
            <a:r>
              <a:rPr lang="en-US" sz="2100" dirty="0"/>
              <a:t>. </a:t>
            </a:r>
            <a:r>
              <a:rPr lang="en-US" sz="2100" dirty="0" err="1"/>
              <a:t>Kullanıcı</a:t>
            </a:r>
            <a:r>
              <a:rPr lang="en-US" sz="2100" dirty="0"/>
              <a:t> </a:t>
            </a:r>
            <a:r>
              <a:rPr lang="en-US" sz="2100" dirty="0" err="1"/>
              <a:t>tarayıcıyı</a:t>
            </a:r>
            <a:r>
              <a:rPr lang="en-US" sz="2100" dirty="0"/>
              <a:t> </a:t>
            </a:r>
            <a:r>
              <a:rPr lang="en-US" sz="2100" dirty="0" err="1"/>
              <a:t>kapattığında</a:t>
            </a:r>
            <a:r>
              <a:rPr lang="en-US" sz="2100" dirty="0"/>
              <a:t> son </a:t>
            </a:r>
            <a:r>
              <a:rPr lang="en-US" sz="2100" dirty="0" err="1"/>
              <a:t>aranan</a:t>
            </a:r>
            <a:r>
              <a:rPr lang="en-US" sz="2100" dirty="0"/>
              <a:t> </a:t>
            </a:r>
            <a:r>
              <a:rPr lang="en-US" sz="2100" dirty="0" err="1"/>
              <a:t>metni</a:t>
            </a:r>
            <a:r>
              <a:rPr lang="en-US" sz="2100" dirty="0"/>
              <a:t> </a:t>
            </a:r>
            <a:r>
              <a:rPr lang="en-US" sz="2100" dirty="0" err="1"/>
              <a:t>hatırlasın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tarayıcı</a:t>
            </a:r>
            <a:r>
              <a:rPr lang="en-US" sz="2100" dirty="0"/>
              <a:t> </a:t>
            </a:r>
            <a:r>
              <a:rPr lang="en-US" sz="2100" dirty="0" err="1"/>
              <a:t>tekrar</a:t>
            </a:r>
            <a:r>
              <a:rPr lang="en-US" sz="2100" dirty="0"/>
              <a:t> </a:t>
            </a:r>
            <a:r>
              <a:rPr lang="en-US" sz="2100" dirty="0" err="1"/>
              <a:t>açıldığında</a:t>
            </a:r>
            <a:r>
              <a:rPr lang="en-US" sz="2100" dirty="0"/>
              <a:t> bu </a:t>
            </a:r>
            <a:r>
              <a:rPr lang="en-US" sz="2100" dirty="0" err="1"/>
              <a:t>metin</a:t>
            </a:r>
            <a:r>
              <a:rPr lang="en-US" sz="2100" dirty="0"/>
              <a:t> </a:t>
            </a:r>
            <a:r>
              <a:rPr lang="en-US" sz="2100" dirty="0" err="1"/>
              <a:t>arama</a:t>
            </a:r>
            <a:r>
              <a:rPr lang="en-US" sz="2100" dirty="0"/>
              <a:t> </a:t>
            </a:r>
            <a:r>
              <a:rPr lang="en-US" sz="2100" dirty="0" err="1"/>
              <a:t>kutucuğuna</a:t>
            </a:r>
            <a:r>
              <a:rPr lang="en-US" sz="2100" dirty="0"/>
              <a:t> </a:t>
            </a:r>
            <a:r>
              <a:rPr lang="en-US" sz="2100" dirty="0" err="1"/>
              <a:t>tekrar</a:t>
            </a:r>
            <a:r>
              <a:rPr lang="en-US" sz="2100" dirty="0"/>
              <a:t> </a:t>
            </a:r>
            <a:r>
              <a:rPr lang="en-US" sz="2100" dirty="0" err="1"/>
              <a:t>eklensin</a:t>
            </a:r>
            <a:r>
              <a:rPr lang="en-US" sz="2100" dirty="0"/>
              <a:t>.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</p:spTree>
    <p:extLst>
      <p:ext uri="{BB962C8B-B14F-4D97-AF65-F5344CB8AC3E}">
        <p14:creationId xmlns:p14="http://schemas.microsoft.com/office/powerpoint/2010/main" val="23310995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/>
              <a:t>Side-</a:t>
            </a:r>
            <a:r>
              <a:rPr lang="tr-TR" dirty="0" err="1"/>
              <a:t>Effects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05400"/>
          </a:xfrm>
        </p:spPr>
        <p:txBody>
          <a:bodyPr/>
          <a:lstStyle/>
          <a:p>
            <a:r>
              <a:rPr lang="en-US" sz="2100" dirty="0" err="1"/>
              <a:t>Hatırlama</a:t>
            </a:r>
            <a:r>
              <a:rPr lang="en-US" sz="2100" dirty="0"/>
              <a:t> </a:t>
            </a:r>
            <a:r>
              <a:rPr lang="en-US" sz="2100" dirty="0" err="1"/>
              <a:t>işlemi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</a:t>
            </a:r>
            <a:r>
              <a:rPr lang="en-US" sz="2100" dirty="0" err="1"/>
              <a:t>localStorage</a:t>
            </a:r>
            <a:r>
              <a:rPr lang="en-US" sz="2100" dirty="0"/>
              <a:t> </a:t>
            </a:r>
            <a:r>
              <a:rPr lang="en-US" sz="2100" dirty="0" err="1"/>
              <a:t>nesnesini</a:t>
            </a:r>
            <a:r>
              <a:rPr lang="en-US" sz="2100" dirty="0"/>
              <a:t> </a:t>
            </a:r>
            <a:r>
              <a:rPr lang="en-US" sz="2100" dirty="0" err="1"/>
              <a:t>kullanacağız</a:t>
            </a:r>
            <a:r>
              <a:rPr lang="en-US" sz="2100" dirty="0"/>
              <a:t>.</a:t>
            </a:r>
          </a:p>
          <a:p>
            <a:pPr lvl="1"/>
            <a:r>
              <a:rPr lang="en-US" sz="1700" dirty="0" err="1"/>
              <a:t>localStorage.setItem</a:t>
            </a:r>
            <a:r>
              <a:rPr lang="en-US" sz="1700" dirty="0"/>
              <a:t>('</a:t>
            </a:r>
            <a:r>
              <a:rPr lang="en-US" sz="1700" dirty="0" err="1"/>
              <a:t>aranan</a:t>
            </a:r>
            <a:r>
              <a:rPr lang="en-US" sz="1700" dirty="0"/>
              <a:t>', </a:t>
            </a:r>
            <a:r>
              <a:rPr lang="en-US" sz="1700" dirty="0" err="1"/>
              <a:t>event.target.value</a:t>
            </a:r>
            <a:r>
              <a:rPr lang="en-US" sz="1700" dirty="0"/>
              <a:t>);</a:t>
            </a:r>
          </a:p>
          <a:p>
            <a:r>
              <a:rPr lang="en-US" sz="2100" dirty="0" err="1"/>
              <a:t>Uygulamayı</a:t>
            </a:r>
            <a:r>
              <a:rPr lang="en-US" sz="2100" dirty="0"/>
              <a:t> </a:t>
            </a:r>
            <a:r>
              <a:rPr lang="en-US" sz="2100" dirty="0" err="1"/>
              <a:t>açtığımızda</a:t>
            </a:r>
            <a:r>
              <a:rPr lang="en-US" sz="2100" dirty="0"/>
              <a:t> </a:t>
            </a:r>
            <a:r>
              <a:rPr lang="en-US" sz="2100" dirty="0" err="1"/>
              <a:t>eğer</a:t>
            </a:r>
            <a:r>
              <a:rPr lang="en-US" sz="2100" dirty="0"/>
              <a:t> </a:t>
            </a:r>
            <a:r>
              <a:rPr lang="en-US" sz="2100" dirty="0" err="1"/>
              <a:t>localStorage</a:t>
            </a:r>
            <a:r>
              <a:rPr lang="en-US" sz="2100" dirty="0"/>
              <a:t> </a:t>
            </a:r>
            <a:r>
              <a:rPr lang="en-US" sz="2100" dirty="0" err="1"/>
              <a:t>boş</a:t>
            </a:r>
            <a:r>
              <a:rPr lang="en-US" sz="2100" dirty="0"/>
              <a:t> </a:t>
            </a:r>
            <a:r>
              <a:rPr lang="en-US" sz="2100" dirty="0" err="1"/>
              <a:t>ise</a:t>
            </a:r>
            <a:r>
              <a:rPr lang="en-US" sz="2100" dirty="0"/>
              <a:t> ‘React’ </a:t>
            </a:r>
            <a:r>
              <a:rPr lang="en-US" sz="2100" dirty="0" err="1"/>
              <a:t>anahtar</a:t>
            </a:r>
            <a:r>
              <a:rPr lang="en-US" sz="2100" dirty="0"/>
              <a:t> </a:t>
            </a:r>
            <a:r>
              <a:rPr lang="en-US" sz="2100" dirty="0" err="1"/>
              <a:t>kelimesini</a:t>
            </a:r>
            <a:r>
              <a:rPr lang="en-US" sz="2100" dirty="0"/>
              <a:t> </a:t>
            </a:r>
            <a:r>
              <a:rPr lang="en-US" sz="2100" dirty="0" err="1"/>
              <a:t>arama</a:t>
            </a:r>
            <a:r>
              <a:rPr lang="en-US" sz="2100" dirty="0"/>
              <a:t> </a:t>
            </a:r>
            <a:r>
              <a:rPr lang="en-US" sz="2100" dirty="0" err="1"/>
              <a:t>kutusuna</a:t>
            </a:r>
            <a:r>
              <a:rPr lang="en-US" sz="2100" dirty="0"/>
              <a:t> </a:t>
            </a:r>
            <a:r>
              <a:rPr lang="en-US" sz="2100" dirty="0" err="1"/>
              <a:t>ekleyeceğiz</a:t>
            </a:r>
            <a:r>
              <a:rPr lang="en-US" sz="2100" dirty="0"/>
              <a:t>. </a:t>
            </a:r>
          </a:p>
          <a:p>
            <a:r>
              <a:rPr lang="en-US" sz="2100" dirty="0" err="1"/>
              <a:t>Eğer</a:t>
            </a:r>
            <a:r>
              <a:rPr lang="en-US" sz="2100" dirty="0"/>
              <a:t> </a:t>
            </a:r>
            <a:r>
              <a:rPr lang="en-US" sz="2100" dirty="0" err="1"/>
              <a:t>daha</a:t>
            </a:r>
            <a:r>
              <a:rPr lang="en-US" sz="2100" dirty="0"/>
              <a:t> </a:t>
            </a:r>
            <a:r>
              <a:rPr lang="en-US" sz="2100" dirty="0" err="1"/>
              <a:t>önce</a:t>
            </a:r>
            <a:r>
              <a:rPr lang="en-US" sz="2100" dirty="0"/>
              <a:t> </a:t>
            </a:r>
            <a:r>
              <a:rPr lang="en-US" sz="2100" dirty="0" err="1"/>
              <a:t>arama</a:t>
            </a:r>
            <a:r>
              <a:rPr lang="en-US" sz="2100" dirty="0"/>
              <a:t> </a:t>
            </a:r>
            <a:r>
              <a:rPr lang="en-US" sz="2100" dirty="0" err="1"/>
              <a:t>yapılmışsa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localStorage’e</a:t>
            </a:r>
            <a:r>
              <a:rPr lang="en-US" sz="2100" dirty="0"/>
              <a:t> </a:t>
            </a:r>
            <a:r>
              <a:rPr lang="en-US" sz="2100" dirty="0" err="1"/>
              <a:t>kaydedilmişse</a:t>
            </a:r>
            <a:r>
              <a:rPr lang="en-US" sz="2100" dirty="0"/>
              <a:t> </a:t>
            </a:r>
            <a:r>
              <a:rPr lang="en-US" sz="2100" dirty="0" err="1"/>
              <a:t>localStorage’da</a:t>
            </a:r>
            <a:r>
              <a:rPr lang="en-US" sz="2100" dirty="0"/>
              <a:t> </a:t>
            </a:r>
            <a:r>
              <a:rPr lang="en-US" sz="2100" dirty="0" err="1"/>
              <a:t>tutulan</a:t>
            </a:r>
            <a:r>
              <a:rPr lang="en-US" sz="2100" dirty="0"/>
              <a:t> </a:t>
            </a:r>
            <a:r>
              <a:rPr lang="en-US" sz="2100" dirty="0" err="1"/>
              <a:t>arama</a:t>
            </a:r>
            <a:r>
              <a:rPr lang="en-US" sz="2100" dirty="0"/>
              <a:t> </a:t>
            </a:r>
            <a:r>
              <a:rPr lang="en-US" sz="2100" dirty="0" err="1"/>
              <a:t>metnini</a:t>
            </a:r>
            <a:r>
              <a:rPr lang="en-US" sz="2100" dirty="0"/>
              <a:t> </a:t>
            </a:r>
            <a:r>
              <a:rPr lang="en-US" sz="2100" dirty="0" err="1"/>
              <a:t>arama</a:t>
            </a:r>
            <a:r>
              <a:rPr lang="en-US" sz="2100" dirty="0"/>
              <a:t> </a:t>
            </a:r>
            <a:r>
              <a:rPr lang="en-US" sz="2100" dirty="0" err="1"/>
              <a:t>kutusuna</a:t>
            </a:r>
            <a:r>
              <a:rPr lang="en-US" sz="2100" dirty="0"/>
              <a:t> </a:t>
            </a:r>
            <a:r>
              <a:rPr lang="en-US" sz="2100" dirty="0" err="1"/>
              <a:t>ekleyeceğiz</a:t>
            </a:r>
            <a:r>
              <a:rPr lang="en-US" sz="2100" dirty="0"/>
              <a:t>.</a:t>
            </a:r>
          </a:p>
          <a:p>
            <a:pPr lvl="1"/>
            <a:r>
              <a:rPr lang="en-US" sz="1700" dirty="0"/>
              <a:t>const [</a:t>
            </a:r>
            <a:r>
              <a:rPr lang="en-US" sz="1700" dirty="0" err="1"/>
              <a:t>aramaMetni</a:t>
            </a:r>
            <a:r>
              <a:rPr lang="en-US" sz="1700" dirty="0"/>
              <a:t>, </a:t>
            </a:r>
            <a:r>
              <a:rPr lang="en-US" sz="1700" dirty="0" err="1"/>
              <a:t>setAramaMetni</a:t>
            </a:r>
            <a:r>
              <a:rPr lang="en-US" sz="1700" dirty="0"/>
              <a:t>] = </a:t>
            </a:r>
            <a:r>
              <a:rPr lang="en-US" sz="1700" dirty="0" err="1"/>
              <a:t>React.useState</a:t>
            </a:r>
            <a:r>
              <a:rPr lang="en-US" sz="1700" dirty="0"/>
              <a:t>( </a:t>
            </a:r>
            <a:r>
              <a:rPr lang="en-US" sz="1700" dirty="0" err="1"/>
              <a:t>localStorage.getItem</a:t>
            </a:r>
            <a:r>
              <a:rPr lang="en-US" sz="1700" dirty="0"/>
              <a:t>('</a:t>
            </a:r>
            <a:r>
              <a:rPr lang="en-US" sz="1700" dirty="0" err="1"/>
              <a:t>aranan</a:t>
            </a:r>
            <a:r>
              <a:rPr lang="en-US" sz="1700" dirty="0"/>
              <a:t>') || 'React’);</a:t>
            </a:r>
          </a:p>
          <a:p>
            <a:r>
              <a:rPr lang="en-US" sz="2100" dirty="0" err="1"/>
              <a:t>React.useEffect’de</a:t>
            </a:r>
            <a:r>
              <a:rPr lang="en-US" sz="2100" dirty="0"/>
              <a:t> </a:t>
            </a:r>
            <a:r>
              <a:rPr lang="en-US" sz="2100" dirty="0" err="1"/>
              <a:t>ise</a:t>
            </a:r>
            <a:r>
              <a:rPr lang="en-US" sz="2100" dirty="0"/>
              <a:t> side effect </a:t>
            </a:r>
            <a:r>
              <a:rPr lang="en-US" sz="2100" dirty="0" err="1"/>
              <a:t>şartını</a:t>
            </a:r>
            <a:r>
              <a:rPr lang="en-US" sz="2100" dirty="0"/>
              <a:t> </a:t>
            </a:r>
            <a:r>
              <a:rPr lang="en-US" sz="2100" dirty="0" err="1"/>
              <a:t>arananMetin’in</a:t>
            </a:r>
            <a:r>
              <a:rPr lang="en-US" sz="2100" dirty="0"/>
              <a:t> </a:t>
            </a:r>
            <a:r>
              <a:rPr lang="en-US" sz="2100" dirty="0" err="1"/>
              <a:t>değişmesi</a:t>
            </a:r>
            <a:r>
              <a:rPr lang="en-US" sz="2100" dirty="0"/>
              <a:t> </a:t>
            </a:r>
            <a:r>
              <a:rPr lang="en-US" sz="2100" dirty="0" err="1"/>
              <a:t>şartına</a:t>
            </a:r>
            <a:r>
              <a:rPr lang="en-US" sz="2100" dirty="0"/>
              <a:t> </a:t>
            </a:r>
            <a:r>
              <a:rPr lang="en-US" sz="2100" dirty="0" err="1"/>
              <a:t>bağlayacağız</a:t>
            </a:r>
            <a:r>
              <a:rPr lang="en-US" sz="2100" dirty="0"/>
              <a:t>.</a:t>
            </a:r>
          </a:p>
          <a:p>
            <a:pPr lvl="1"/>
            <a:r>
              <a:rPr lang="en-US" sz="1700" dirty="0"/>
              <a:t>[</a:t>
            </a:r>
            <a:r>
              <a:rPr lang="en-US" sz="1700" dirty="0" err="1"/>
              <a:t>aramaMetni</a:t>
            </a:r>
            <a:r>
              <a:rPr lang="en-US" sz="1700" dirty="0"/>
              <a:t>]</a:t>
            </a:r>
          </a:p>
          <a:p>
            <a:r>
              <a:rPr lang="en-US" sz="2100" dirty="0" err="1"/>
              <a:t>Uygulamayı</a:t>
            </a:r>
            <a:r>
              <a:rPr lang="en-US" sz="2100" dirty="0"/>
              <a:t> </a:t>
            </a:r>
            <a:r>
              <a:rPr lang="en-US" sz="2100" dirty="0" err="1"/>
              <a:t>açıp</a:t>
            </a:r>
            <a:r>
              <a:rPr lang="en-US" sz="2100" dirty="0"/>
              <a:t> </a:t>
            </a:r>
            <a:r>
              <a:rPr lang="en-US" sz="2100" dirty="0" err="1"/>
              <a:t>arama</a:t>
            </a:r>
            <a:r>
              <a:rPr lang="en-US" sz="2100" dirty="0"/>
              <a:t> </a:t>
            </a:r>
            <a:r>
              <a:rPr lang="en-US" sz="2100" dirty="0" err="1"/>
              <a:t>yaptıktan</a:t>
            </a:r>
            <a:r>
              <a:rPr lang="en-US" sz="2100" dirty="0"/>
              <a:t> </a:t>
            </a:r>
            <a:r>
              <a:rPr lang="en-US" sz="2100" dirty="0" err="1"/>
              <a:t>sonra</a:t>
            </a:r>
            <a:r>
              <a:rPr lang="en-US" sz="2100" dirty="0"/>
              <a:t> </a:t>
            </a:r>
            <a:r>
              <a:rPr lang="en-US" sz="2100" dirty="0" err="1"/>
              <a:t>tarayıcıyı</a:t>
            </a:r>
            <a:r>
              <a:rPr lang="en-US" sz="2100" dirty="0"/>
              <a:t> </a:t>
            </a:r>
            <a:r>
              <a:rPr lang="en-US" sz="2100" dirty="0" err="1"/>
              <a:t>kapatıp</a:t>
            </a:r>
            <a:r>
              <a:rPr lang="en-US" sz="2100" dirty="0"/>
              <a:t> </a:t>
            </a:r>
            <a:r>
              <a:rPr lang="en-US" sz="2100" dirty="0" err="1"/>
              <a:t>yeniden</a:t>
            </a:r>
            <a:r>
              <a:rPr lang="en-US" sz="2100" dirty="0"/>
              <a:t> </a:t>
            </a:r>
            <a:r>
              <a:rPr lang="en-US" sz="2100" dirty="0" err="1"/>
              <a:t>açtığınızda</a:t>
            </a:r>
            <a:r>
              <a:rPr lang="en-US" sz="2100" dirty="0"/>
              <a:t> son </a:t>
            </a:r>
            <a:r>
              <a:rPr lang="en-US" sz="2100" dirty="0" err="1"/>
              <a:t>arama</a:t>
            </a:r>
            <a:r>
              <a:rPr lang="en-US" sz="2100" dirty="0"/>
              <a:t> </a:t>
            </a:r>
            <a:r>
              <a:rPr lang="en-US" sz="2100" dirty="0" err="1"/>
              <a:t>ekranda</a:t>
            </a:r>
            <a:r>
              <a:rPr lang="en-US" sz="2100" dirty="0"/>
              <a:t> </a:t>
            </a:r>
            <a:r>
              <a:rPr lang="en-US" sz="2100" dirty="0" err="1"/>
              <a:t>görünecektir</a:t>
            </a:r>
            <a:r>
              <a:rPr lang="en-US" sz="2100" dirty="0"/>
              <a:t>.</a:t>
            </a:r>
          </a:p>
          <a:p>
            <a:pPr lvl="1"/>
            <a:endParaRPr lang="en-US" sz="1700" dirty="0"/>
          </a:p>
          <a:p>
            <a:endParaRPr lang="en-US" sz="2100" dirty="0"/>
          </a:p>
          <a:p>
            <a:endParaRPr lang="en-US" sz="2100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</p:spTree>
    <p:extLst>
      <p:ext uri="{BB962C8B-B14F-4D97-AF65-F5344CB8AC3E}">
        <p14:creationId xmlns:p14="http://schemas.microsoft.com/office/powerpoint/2010/main" val="5713457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/>
              <a:t>Side-</a:t>
            </a:r>
            <a:r>
              <a:rPr lang="tr-TR" dirty="0" err="1"/>
              <a:t>Effects</a:t>
            </a:r>
            <a:endParaRPr lang="tr-TR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5FDECBA-DB81-A784-69A7-D1E1523D41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00200" y="1504988"/>
            <a:ext cx="5033687" cy="906490"/>
          </a:xfrm>
        </p:spPr>
      </p:pic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33A0F3-07FA-FE46-1419-495CC9097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6068" y="2714214"/>
            <a:ext cx="5003982" cy="10878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12D6E1-BC55-7163-5833-4E48C2B694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6040" y="4026754"/>
            <a:ext cx="5130800" cy="1066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196D0D-C9C3-67D8-E081-D92876BE2A2C}"/>
              </a:ext>
            </a:extLst>
          </p:cNvPr>
          <p:cNvSpPr txBox="1"/>
          <p:nvPr/>
        </p:nvSpPr>
        <p:spPr>
          <a:xfrm>
            <a:off x="1174194" y="5637122"/>
            <a:ext cx="59877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b="1" dirty="0"/>
              <a:t>Örnek: </a:t>
            </a:r>
            <a:r>
              <a:rPr lang="tr-TR" sz="2000" dirty="0">
                <a:hlinkClick r:id="rId6"/>
              </a:rPr>
              <a:t>https://codesandbox.io/s/side-effects-l6t0x7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38146326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87381-69C1-D6FD-FEDA-3D30B2A13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9AF399E-ED05-D54D-61CD-18F8C03C1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/>
              <a:t>Ödev-2 (5 puan)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9D838D3-C74A-B05A-4E29-EC08638E1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05400"/>
          </a:xfrm>
        </p:spPr>
        <p:txBody>
          <a:bodyPr/>
          <a:lstStyle/>
          <a:p>
            <a:r>
              <a:rPr lang="en-US" sz="1800" dirty="0" err="1"/>
              <a:t>Okul</a:t>
            </a:r>
            <a:r>
              <a:rPr lang="en-US" sz="1800" dirty="0"/>
              <a:t> </a:t>
            </a:r>
            <a:r>
              <a:rPr lang="en-US" sz="1800" dirty="0" err="1"/>
              <a:t>kulübünün</a:t>
            </a:r>
            <a:r>
              <a:rPr lang="en-US" sz="1800" dirty="0"/>
              <a:t> </a:t>
            </a:r>
            <a:r>
              <a:rPr lang="en-US" sz="1800" dirty="0" err="1"/>
              <a:t>küçük</a:t>
            </a:r>
            <a:r>
              <a:rPr lang="en-US" sz="1800" dirty="0"/>
              <a:t> </a:t>
            </a:r>
            <a:r>
              <a:rPr lang="en-US" sz="1800" dirty="0" err="1"/>
              <a:t>bir</a:t>
            </a:r>
            <a:r>
              <a:rPr lang="en-US" sz="1800" dirty="0"/>
              <a:t> web </a:t>
            </a:r>
            <a:r>
              <a:rPr lang="en-US" sz="1800" dirty="0" err="1"/>
              <a:t>kitaplığı</a:t>
            </a:r>
            <a:r>
              <a:rPr lang="en-US" sz="1800" dirty="0"/>
              <a:t> var. </a:t>
            </a:r>
            <a:r>
              <a:rPr lang="en-US" sz="1800" dirty="0" err="1"/>
              <a:t>Kullanıcılar</a:t>
            </a:r>
            <a:r>
              <a:rPr lang="en-US" sz="1800" dirty="0"/>
              <a:t> </a:t>
            </a:r>
            <a:r>
              <a:rPr lang="en-US" sz="1800" dirty="0" err="1"/>
              <a:t>bir</a:t>
            </a:r>
            <a:r>
              <a:rPr lang="en-US" sz="1800" dirty="0"/>
              <a:t> </a:t>
            </a:r>
            <a:r>
              <a:rPr lang="en-US" sz="1800" dirty="0" err="1"/>
              <a:t>liste</a:t>
            </a:r>
            <a:r>
              <a:rPr lang="en-US" sz="1800" dirty="0"/>
              <a:t> </a:t>
            </a:r>
            <a:r>
              <a:rPr lang="en-US" sz="1800" dirty="0" err="1"/>
              <a:t>içindeki</a:t>
            </a:r>
            <a:r>
              <a:rPr lang="en-US" sz="1800" dirty="0"/>
              <a:t> </a:t>
            </a:r>
            <a:r>
              <a:rPr lang="en-US" sz="1800" dirty="0" err="1"/>
              <a:t>kitapları</a:t>
            </a:r>
            <a:r>
              <a:rPr lang="en-US" sz="1800" dirty="0"/>
              <a:t> </a:t>
            </a:r>
            <a:r>
              <a:rPr lang="en-US" sz="1800" b="1" dirty="0" err="1"/>
              <a:t>başlığa</a:t>
            </a:r>
            <a:r>
              <a:rPr lang="en-US" sz="1800" dirty="0"/>
              <a:t> </a:t>
            </a:r>
            <a:r>
              <a:rPr lang="en-US" sz="1800" dirty="0" err="1"/>
              <a:t>göre</a:t>
            </a:r>
            <a:r>
              <a:rPr lang="en-US" sz="1800" dirty="0"/>
              <a:t> </a:t>
            </a:r>
            <a:r>
              <a:rPr lang="en-US" sz="1800" dirty="0" err="1"/>
              <a:t>arayacak</a:t>
            </a:r>
            <a:r>
              <a:rPr lang="en-US" sz="1800" dirty="0"/>
              <a:t>, </a:t>
            </a:r>
            <a:r>
              <a:rPr lang="en-US" sz="1800" b="1" dirty="0" err="1"/>
              <a:t>kategoriye</a:t>
            </a:r>
            <a:r>
              <a:rPr lang="en-US" sz="1800" dirty="0"/>
              <a:t> </a:t>
            </a:r>
            <a:r>
              <a:rPr lang="en-US" sz="1800" dirty="0" err="1"/>
              <a:t>göre</a:t>
            </a:r>
            <a:r>
              <a:rPr lang="en-US" sz="1800" dirty="0"/>
              <a:t> </a:t>
            </a:r>
            <a:r>
              <a:rPr lang="en-US" sz="1800" dirty="0" err="1"/>
              <a:t>filtreleyecek</a:t>
            </a:r>
            <a:r>
              <a:rPr lang="en-US" sz="1800" dirty="0"/>
              <a:t> </a:t>
            </a:r>
            <a:r>
              <a:rPr lang="en-US" sz="1800" dirty="0" err="1"/>
              <a:t>ve</a:t>
            </a:r>
            <a:r>
              <a:rPr lang="en-US" sz="1800" dirty="0"/>
              <a:t> </a:t>
            </a:r>
            <a:r>
              <a:rPr lang="en-US" sz="1800" dirty="0" err="1"/>
              <a:t>bazılarını</a:t>
            </a:r>
            <a:r>
              <a:rPr lang="en-US" sz="1800" dirty="0"/>
              <a:t> </a:t>
            </a:r>
            <a:r>
              <a:rPr lang="en-US" sz="1800" b="1" dirty="0" err="1"/>
              <a:t>favorilere</a:t>
            </a:r>
            <a:r>
              <a:rPr lang="en-US" sz="1800" b="1" dirty="0"/>
              <a:t> </a:t>
            </a:r>
            <a:r>
              <a:rPr lang="en-US" sz="1800" b="1" dirty="0" err="1"/>
              <a:t>ekleyip</a:t>
            </a:r>
            <a:r>
              <a:rPr lang="en-US" sz="1800" b="1" dirty="0"/>
              <a:t> </a:t>
            </a:r>
            <a:r>
              <a:rPr lang="en-US" sz="1800" dirty="0" err="1"/>
              <a:t>sonra</a:t>
            </a:r>
            <a:r>
              <a:rPr lang="en-US" sz="1800" dirty="0"/>
              <a:t> </a:t>
            </a:r>
            <a:r>
              <a:rPr lang="en-US" sz="1800" dirty="0" err="1"/>
              <a:t>geri</a:t>
            </a:r>
            <a:r>
              <a:rPr lang="en-US" sz="1800" dirty="0"/>
              <a:t> </a:t>
            </a:r>
            <a:r>
              <a:rPr lang="en-US" sz="1800" dirty="0" err="1"/>
              <a:t>dönebilecek</a:t>
            </a:r>
            <a:r>
              <a:rPr lang="en-US" sz="1800" dirty="0"/>
              <a:t>. </a:t>
            </a:r>
            <a:r>
              <a:rPr lang="en-US" sz="1800" dirty="0" err="1"/>
              <a:t>Uygulama</a:t>
            </a:r>
            <a:r>
              <a:rPr lang="en-US" sz="1800" dirty="0"/>
              <a:t> </a:t>
            </a:r>
            <a:r>
              <a:rPr lang="en-US" sz="1800" dirty="0" err="1"/>
              <a:t>kapatılıp</a:t>
            </a:r>
            <a:r>
              <a:rPr lang="en-US" sz="1800" dirty="0"/>
              <a:t> </a:t>
            </a:r>
            <a:r>
              <a:rPr lang="en-US" sz="1800" dirty="0" err="1"/>
              <a:t>açıldığında</a:t>
            </a:r>
            <a:r>
              <a:rPr lang="en-US" sz="1800" dirty="0"/>
              <a:t> </a:t>
            </a:r>
            <a:r>
              <a:rPr lang="en-US" sz="1800" b="1" dirty="0"/>
              <a:t>son </a:t>
            </a:r>
            <a:r>
              <a:rPr lang="en-US" sz="1800" b="1" dirty="0" err="1"/>
              <a:t>arama</a:t>
            </a:r>
            <a:r>
              <a:rPr lang="en-US" sz="1800" b="1" dirty="0"/>
              <a:t> </a:t>
            </a:r>
            <a:r>
              <a:rPr lang="en-US" sz="1800" b="1" dirty="0" err="1"/>
              <a:t>metni</a:t>
            </a:r>
            <a:r>
              <a:rPr lang="en-US" sz="1800" dirty="0"/>
              <a:t> </a:t>
            </a:r>
            <a:r>
              <a:rPr lang="en-US" sz="1800" dirty="0" err="1"/>
              <a:t>ve</a:t>
            </a:r>
            <a:r>
              <a:rPr lang="en-US" sz="1800" dirty="0"/>
              <a:t> </a:t>
            </a:r>
            <a:r>
              <a:rPr lang="en-US" sz="1800" b="1" dirty="0" err="1"/>
              <a:t>favoriler</a:t>
            </a:r>
            <a:r>
              <a:rPr lang="en-US" sz="1800" dirty="0"/>
              <a:t> </a:t>
            </a:r>
            <a:r>
              <a:rPr lang="en-US" sz="1800" dirty="0" err="1"/>
              <a:t>hatırlanmalı</a:t>
            </a:r>
            <a:r>
              <a:rPr lang="en-US" sz="1800" dirty="0"/>
              <a:t>.</a:t>
            </a:r>
          </a:p>
          <a:p>
            <a:r>
              <a:rPr lang="en-US" sz="1800" b="1" dirty="0" err="1"/>
              <a:t>Bileşenler</a:t>
            </a:r>
            <a:endParaRPr lang="en-US" sz="1800" b="1" dirty="0"/>
          </a:p>
          <a:p>
            <a:pPr lvl="1"/>
            <a:r>
              <a:rPr lang="en-US" sz="1400" b="1" dirty="0"/>
              <a:t>App: </a:t>
            </a:r>
            <a:r>
              <a:rPr lang="en-US" sz="1400" dirty="0" err="1"/>
              <a:t>kitaplar</a:t>
            </a:r>
            <a:r>
              <a:rPr lang="en-US" sz="1400" dirty="0"/>
              <a:t> (</a:t>
            </a:r>
            <a:r>
              <a:rPr lang="en-US" sz="1400" dirty="0" err="1"/>
              <a:t>sabit</a:t>
            </a:r>
            <a:r>
              <a:rPr lang="en-US" sz="1400" dirty="0"/>
              <a:t> dizi), </a:t>
            </a:r>
            <a:r>
              <a:rPr lang="en-US" sz="1400" dirty="0" err="1"/>
              <a:t>aramaMetni</a:t>
            </a:r>
            <a:r>
              <a:rPr lang="en-US" sz="1400" dirty="0"/>
              <a:t>, </a:t>
            </a:r>
            <a:r>
              <a:rPr lang="en-US" sz="1400" dirty="0" err="1"/>
              <a:t>kategori</a:t>
            </a:r>
            <a:r>
              <a:rPr lang="en-US" sz="1400" dirty="0"/>
              <a:t>, </a:t>
            </a:r>
            <a:r>
              <a:rPr lang="en-US" sz="1400" dirty="0" err="1"/>
              <a:t>favoriler</a:t>
            </a:r>
            <a:r>
              <a:rPr lang="en-US" sz="1400" dirty="0"/>
              <a:t> </a:t>
            </a:r>
            <a:r>
              <a:rPr lang="en-US" sz="1400" dirty="0" err="1"/>
              <a:t>state’leri</a:t>
            </a:r>
            <a:r>
              <a:rPr lang="en-US" sz="1400" dirty="0"/>
              <a:t>; </a:t>
            </a:r>
            <a:r>
              <a:rPr lang="en-US" sz="1400" dirty="0" err="1"/>
              <a:t>filtreleme</a:t>
            </a:r>
            <a:r>
              <a:rPr lang="en-US" sz="1400" dirty="0"/>
              <a:t> </a:t>
            </a:r>
            <a:r>
              <a:rPr lang="en-US" sz="1400" dirty="0" err="1"/>
              <a:t>burada</a:t>
            </a:r>
            <a:r>
              <a:rPr lang="en-US" sz="1400" dirty="0"/>
              <a:t> </a:t>
            </a:r>
            <a:r>
              <a:rPr lang="en-US" sz="1400" dirty="0" err="1"/>
              <a:t>yapılacak</a:t>
            </a:r>
            <a:r>
              <a:rPr lang="en-US" sz="1400" dirty="0"/>
              <a:t>.</a:t>
            </a:r>
          </a:p>
          <a:p>
            <a:pPr lvl="1"/>
            <a:r>
              <a:rPr lang="en-US" sz="1400" b="1" dirty="0" err="1"/>
              <a:t>AramaCubugu</a:t>
            </a:r>
            <a:r>
              <a:rPr lang="en-US" sz="1400" dirty="0"/>
              <a:t>: input </a:t>
            </a:r>
            <a:r>
              <a:rPr lang="en-US" sz="1400" dirty="0" err="1"/>
              <a:t>kontrollü</a:t>
            </a:r>
            <a:r>
              <a:rPr lang="en-US" sz="1400" dirty="0"/>
              <a:t> </a:t>
            </a:r>
            <a:r>
              <a:rPr lang="en-US" sz="1400" dirty="0" err="1"/>
              <a:t>bileşen</a:t>
            </a:r>
            <a:r>
              <a:rPr lang="en-US" sz="1400" dirty="0"/>
              <a:t>; value={</a:t>
            </a:r>
            <a:r>
              <a:rPr lang="en-US" sz="1400" dirty="0" err="1"/>
              <a:t>aramaMetni</a:t>
            </a:r>
            <a:r>
              <a:rPr lang="en-US" sz="1400" dirty="0"/>
              <a:t>}</a:t>
            </a:r>
          </a:p>
          <a:p>
            <a:pPr lvl="1"/>
            <a:r>
              <a:rPr lang="en-US" sz="1400" b="1" dirty="0" err="1"/>
              <a:t>KategoriFiltre</a:t>
            </a:r>
            <a:r>
              <a:rPr lang="en-US" sz="1400" dirty="0"/>
              <a:t>: select </a:t>
            </a:r>
            <a:r>
              <a:rPr lang="en-US" sz="1400" dirty="0" err="1"/>
              <a:t>kontrollü</a:t>
            </a:r>
            <a:r>
              <a:rPr lang="en-US" sz="1400" dirty="0"/>
              <a:t> </a:t>
            </a:r>
            <a:r>
              <a:rPr lang="en-US" sz="1400" dirty="0" err="1"/>
              <a:t>bileşen</a:t>
            </a:r>
            <a:r>
              <a:rPr lang="en-US" sz="1400" dirty="0"/>
              <a:t>; </a:t>
            </a:r>
            <a:r>
              <a:rPr lang="en-US" sz="1400" dirty="0" err="1"/>
              <a:t>seçimi</a:t>
            </a:r>
            <a:r>
              <a:rPr lang="en-US" sz="1400" dirty="0"/>
              <a:t> </a:t>
            </a:r>
            <a:r>
              <a:rPr lang="en-US" sz="1400" dirty="0" err="1"/>
              <a:t>setKategori</a:t>
            </a:r>
            <a:r>
              <a:rPr lang="en-US" sz="1400" dirty="0"/>
              <a:t> </a:t>
            </a:r>
            <a:r>
              <a:rPr lang="en-US" sz="1400" dirty="0" err="1"/>
              <a:t>ile</a:t>
            </a:r>
            <a:r>
              <a:rPr lang="en-US" sz="1400" dirty="0"/>
              <a:t> </a:t>
            </a:r>
            <a:r>
              <a:rPr lang="en-US" sz="1400" dirty="0" err="1"/>
              <a:t>App’e</a:t>
            </a:r>
            <a:r>
              <a:rPr lang="en-US" sz="1400" dirty="0"/>
              <a:t> </a:t>
            </a:r>
            <a:r>
              <a:rPr lang="en-US" sz="1400" dirty="0" err="1"/>
              <a:t>bildirir</a:t>
            </a:r>
            <a:endParaRPr lang="en-US" sz="1400" dirty="0"/>
          </a:p>
          <a:p>
            <a:pPr lvl="1"/>
            <a:r>
              <a:rPr lang="en-US" sz="1400" b="1" dirty="0" err="1"/>
              <a:t>KitapListe</a:t>
            </a:r>
            <a:r>
              <a:rPr lang="en-US" sz="1400" dirty="0"/>
              <a:t>: </a:t>
            </a:r>
            <a:r>
              <a:rPr lang="en-US" sz="1400" dirty="0" err="1"/>
              <a:t>Filtrelenmiş</a:t>
            </a:r>
            <a:r>
              <a:rPr lang="en-US" sz="1400" dirty="0"/>
              <a:t> </a:t>
            </a:r>
            <a:r>
              <a:rPr lang="en-US" sz="1400" dirty="0" err="1"/>
              <a:t>diziyi</a:t>
            </a:r>
            <a:r>
              <a:rPr lang="en-US" sz="1400" dirty="0"/>
              <a:t> prop </a:t>
            </a:r>
            <a:r>
              <a:rPr lang="en-US" sz="1400" dirty="0" err="1"/>
              <a:t>olarak</a:t>
            </a:r>
            <a:r>
              <a:rPr lang="en-US" sz="1400" dirty="0"/>
              <a:t> </a:t>
            </a:r>
            <a:r>
              <a:rPr lang="en-US" sz="1400" dirty="0" err="1"/>
              <a:t>alır</a:t>
            </a:r>
            <a:r>
              <a:rPr lang="en-US" sz="1400" dirty="0"/>
              <a:t> </a:t>
            </a:r>
            <a:r>
              <a:rPr lang="en-US" sz="1400" dirty="0" err="1"/>
              <a:t>ve</a:t>
            </a:r>
            <a:r>
              <a:rPr lang="en-US" sz="1400" dirty="0"/>
              <a:t> </a:t>
            </a:r>
            <a:r>
              <a:rPr lang="en-US" sz="1400" dirty="0" err="1"/>
              <a:t>map’ler</a:t>
            </a:r>
            <a:r>
              <a:rPr lang="en-US" sz="1400" dirty="0"/>
              <a:t>.</a:t>
            </a:r>
          </a:p>
          <a:p>
            <a:pPr lvl="1"/>
            <a:r>
              <a:rPr lang="en-US" sz="1400" b="1" dirty="0" err="1"/>
              <a:t>KitapKartı</a:t>
            </a:r>
            <a:r>
              <a:rPr lang="en-US" sz="1400" dirty="0"/>
              <a:t>: { </a:t>
            </a:r>
            <a:r>
              <a:rPr lang="en-US" sz="1400" dirty="0" err="1"/>
              <a:t>baslik</a:t>
            </a:r>
            <a:r>
              <a:rPr lang="en-US" sz="1400" dirty="0"/>
              <a:t>, </a:t>
            </a:r>
            <a:r>
              <a:rPr lang="en-US" sz="1400" dirty="0" err="1"/>
              <a:t>yazar</a:t>
            </a:r>
            <a:r>
              <a:rPr lang="en-US" sz="1400" dirty="0"/>
              <a:t>, </a:t>
            </a:r>
            <a:r>
              <a:rPr lang="en-US" sz="1400" dirty="0" err="1"/>
              <a:t>kategori</a:t>
            </a:r>
            <a:r>
              <a:rPr lang="en-US" sz="1400" dirty="0"/>
              <a:t>, id, </a:t>
            </a:r>
            <a:r>
              <a:rPr lang="en-US" sz="1400" dirty="0" err="1"/>
              <a:t>favorideMi</a:t>
            </a:r>
            <a:r>
              <a:rPr lang="en-US" sz="1400" dirty="0"/>
              <a:t> } </a:t>
            </a:r>
            <a:r>
              <a:rPr lang="en-US" sz="1400" dirty="0" err="1"/>
              <a:t>gibi</a:t>
            </a:r>
            <a:r>
              <a:rPr lang="en-US" sz="1400" dirty="0"/>
              <a:t> </a:t>
            </a:r>
            <a:r>
              <a:rPr lang="en-US" sz="1400" dirty="0" err="1"/>
              <a:t>props’ları</a:t>
            </a:r>
            <a:r>
              <a:rPr lang="en-US" sz="1400" dirty="0"/>
              <a:t> </a:t>
            </a:r>
            <a:r>
              <a:rPr lang="en-US" sz="1400" b="1" dirty="0" err="1"/>
              <a:t>destructuring</a:t>
            </a:r>
            <a:r>
              <a:rPr lang="en-US" sz="1400" dirty="0"/>
              <a:t> </a:t>
            </a:r>
            <a:r>
              <a:rPr lang="en-US" sz="1400" dirty="0" err="1"/>
              <a:t>ile</a:t>
            </a:r>
            <a:r>
              <a:rPr lang="en-US" sz="1400" dirty="0"/>
              <a:t> </a:t>
            </a:r>
            <a:r>
              <a:rPr lang="en-US" sz="1400" dirty="0" err="1"/>
              <a:t>alır</a:t>
            </a:r>
            <a:r>
              <a:rPr lang="en-US" sz="1400" dirty="0"/>
              <a:t>; “</a:t>
            </a:r>
            <a:r>
              <a:rPr lang="en-US" sz="1400" dirty="0" err="1"/>
              <a:t>Favori</a:t>
            </a:r>
            <a:r>
              <a:rPr lang="en-US" sz="1400" dirty="0"/>
              <a:t> / </a:t>
            </a:r>
            <a:r>
              <a:rPr lang="en-US" sz="1400" dirty="0" err="1"/>
              <a:t>Çıkar</a:t>
            </a:r>
            <a:r>
              <a:rPr lang="en-US" sz="1400" dirty="0"/>
              <a:t>” </a:t>
            </a:r>
            <a:r>
              <a:rPr lang="en-US" sz="1400" dirty="0" err="1"/>
              <a:t>butonu</a:t>
            </a:r>
            <a:r>
              <a:rPr lang="en-US" sz="1400" dirty="0"/>
              <a:t> </a:t>
            </a:r>
            <a:r>
              <a:rPr lang="en-US" sz="1400" dirty="0" err="1"/>
              <a:t>üst</a:t>
            </a:r>
            <a:r>
              <a:rPr lang="en-US" sz="1400" dirty="0"/>
              <a:t> </a:t>
            </a:r>
            <a:r>
              <a:rPr lang="en-US" sz="1400" dirty="0" err="1"/>
              <a:t>bileşene</a:t>
            </a:r>
            <a:r>
              <a:rPr lang="en-US" sz="1400" dirty="0"/>
              <a:t> </a:t>
            </a:r>
            <a:r>
              <a:rPr lang="en-US" sz="1400" dirty="0" err="1"/>
              <a:t>bildirir</a:t>
            </a:r>
            <a:r>
              <a:rPr lang="en-US" sz="1400" dirty="0"/>
              <a:t>.</a:t>
            </a:r>
          </a:p>
          <a:p>
            <a:pPr lvl="1"/>
            <a:r>
              <a:rPr lang="en-US" sz="1400" b="1" dirty="0" err="1"/>
              <a:t>FavoriPaneli</a:t>
            </a:r>
            <a:r>
              <a:rPr lang="en-US" sz="1400" dirty="0"/>
              <a:t>: </a:t>
            </a:r>
            <a:r>
              <a:rPr lang="en-US" sz="1400" dirty="0" err="1"/>
              <a:t>Favori</a:t>
            </a:r>
            <a:r>
              <a:rPr lang="en-US" sz="1400" dirty="0"/>
              <a:t> </a:t>
            </a:r>
            <a:r>
              <a:rPr lang="en-US" sz="1400" dirty="0" err="1"/>
              <a:t>sayısını</a:t>
            </a:r>
            <a:r>
              <a:rPr lang="en-US" sz="1400" dirty="0"/>
              <a:t> </a:t>
            </a:r>
            <a:r>
              <a:rPr lang="en-US" sz="1400" dirty="0" err="1"/>
              <a:t>ve</a:t>
            </a:r>
            <a:r>
              <a:rPr lang="en-US" sz="1400" dirty="0"/>
              <a:t> </a:t>
            </a:r>
            <a:r>
              <a:rPr lang="en-US" sz="1400" dirty="0" err="1"/>
              <a:t>listesini</a:t>
            </a:r>
            <a:r>
              <a:rPr lang="en-US" sz="1400" dirty="0"/>
              <a:t> </a:t>
            </a:r>
            <a:r>
              <a:rPr lang="en-US" sz="1400" dirty="0" err="1"/>
              <a:t>gösterir</a:t>
            </a:r>
            <a:r>
              <a:rPr lang="en-US" sz="1400" dirty="0"/>
              <a:t>.</a:t>
            </a:r>
          </a:p>
          <a:p>
            <a:r>
              <a:rPr lang="en-US" sz="1800" dirty="0"/>
              <a:t>İlk </a:t>
            </a:r>
            <a:r>
              <a:rPr lang="en-US" sz="1800" dirty="0" err="1"/>
              <a:t>ödevde</a:t>
            </a:r>
            <a:r>
              <a:rPr lang="en-US" sz="1800" dirty="0"/>
              <a:t> </a:t>
            </a:r>
            <a:r>
              <a:rPr lang="en-US" sz="1800" dirty="0" err="1"/>
              <a:t>yaptığınız</a:t>
            </a:r>
            <a:r>
              <a:rPr lang="en-US" sz="1800" dirty="0"/>
              <a:t> </a:t>
            </a:r>
            <a:r>
              <a:rPr lang="en-US" sz="1800" dirty="0" err="1"/>
              <a:t>gibi</a:t>
            </a:r>
            <a:r>
              <a:rPr lang="en-US" sz="1800" dirty="0"/>
              <a:t> </a:t>
            </a:r>
            <a:r>
              <a:rPr lang="en-US" sz="1800" dirty="0" err="1"/>
              <a:t>bir</a:t>
            </a:r>
            <a:r>
              <a:rPr lang="en-US" sz="1800" dirty="0"/>
              <a:t> repo </a:t>
            </a:r>
            <a:r>
              <a:rPr lang="en-US" sz="1800" dirty="0" err="1"/>
              <a:t>oluşturuyorsunuz</a:t>
            </a:r>
            <a:r>
              <a:rPr lang="en-US" sz="1800" dirty="0"/>
              <a:t>. </a:t>
            </a:r>
            <a:r>
              <a:rPr lang="en-US" sz="1800" dirty="0" err="1"/>
              <a:t>Kodunuzu</a:t>
            </a:r>
            <a:r>
              <a:rPr lang="en-US" sz="1800" dirty="0"/>
              <a:t> </a:t>
            </a:r>
            <a:r>
              <a:rPr lang="en-US" sz="1800" dirty="0" err="1"/>
              <a:t>bu</a:t>
            </a:r>
            <a:r>
              <a:rPr lang="en-US" sz="1800" dirty="0"/>
              <a:t> </a:t>
            </a:r>
            <a:r>
              <a:rPr lang="en-US" sz="1800" dirty="0" err="1"/>
              <a:t>repoya</a:t>
            </a:r>
            <a:r>
              <a:rPr lang="en-US" sz="1800" dirty="0"/>
              <a:t> </a:t>
            </a:r>
            <a:r>
              <a:rPr lang="en-US" sz="1800" dirty="0" err="1"/>
              <a:t>gönderiyorsunuz</a:t>
            </a:r>
            <a:r>
              <a:rPr lang="en-US" sz="1800" dirty="0"/>
              <a:t>.</a:t>
            </a:r>
          </a:p>
          <a:p>
            <a:r>
              <a:rPr lang="en-US" sz="1800" dirty="0" err="1"/>
              <a:t>Readme.md</a:t>
            </a:r>
            <a:r>
              <a:rPr lang="en-US" sz="1800" dirty="0"/>
              <a:t> </a:t>
            </a:r>
            <a:r>
              <a:rPr lang="en-US" sz="1800" dirty="0" err="1"/>
              <a:t>dosyası</a:t>
            </a:r>
            <a:r>
              <a:rPr lang="en-US" sz="1800" dirty="0"/>
              <a:t> </a:t>
            </a:r>
            <a:r>
              <a:rPr lang="en-US" sz="1800" dirty="0" err="1"/>
              <a:t>hazırlayarak</a:t>
            </a:r>
            <a:r>
              <a:rPr lang="en-US" sz="1800" dirty="0"/>
              <a:t> </a:t>
            </a:r>
            <a:r>
              <a:rPr lang="en-US" sz="1800" dirty="0" err="1"/>
              <a:t>uygulamanızın</a:t>
            </a:r>
            <a:r>
              <a:rPr lang="en-US" sz="1800" dirty="0"/>
              <a:t> </a:t>
            </a:r>
            <a:r>
              <a:rPr lang="en-US" sz="1800" dirty="0" err="1"/>
              <a:t>vercel</a:t>
            </a:r>
            <a:r>
              <a:rPr lang="en-US" sz="1800" dirty="0"/>
              <a:t> </a:t>
            </a:r>
            <a:r>
              <a:rPr lang="en-US" sz="1800" dirty="0" err="1"/>
              <a:t>linkini</a:t>
            </a:r>
            <a:r>
              <a:rPr lang="en-US" sz="1800" dirty="0"/>
              <a:t> readme </a:t>
            </a:r>
            <a:r>
              <a:rPr lang="en-US" sz="1800" dirty="0" err="1"/>
              <a:t>dosyanıza</a:t>
            </a:r>
            <a:r>
              <a:rPr lang="en-US" sz="1800" dirty="0"/>
              <a:t> </a:t>
            </a:r>
            <a:r>
              <a:rPr lang="en-US" sz="1800" dirty="0" err="1"/>
              <a:t>ekliyorsunuz</a:t>
            </a:r>
            <a:r>
              <a:rPr lang="en-US" sz="1800" dirty="0"/>
              <a:t>. </a:t>
            </a:r>
            <a:r>
              <a:rPr lang="en-US" sz="1800" dirty="0" err="1"/>
              <a:t>Aşağıdaki</a:t>
            </a:r>
            <a:r>
              <a:rPr lang="en-US" sz="1800" dirty="0"/>
              <a:t> </a:t>
            </a:r>
            <a:r>
              <a:rPr lang="en-US" sz="1800" dirty="0" err="1"/>
              <a:t>formu</a:t>
            </a:r>
            <a:r>
              <a:rPr lang="en-US" sz="1800" dirty="0"/>
              <a:t> </a:t>
            </a:r>
            <a:r>
              <a:rPr lang="en-US" sz="1800" dirty="0" err="1"/>
              <a:t>doldurarak</a:t>
            </a:r>
            <a:r>
              <a:rPr lang="en-US" sz="1800" dirty="0"/>
              <a:t> </a:t>
            </a:r>
            <a:r>
              <a:rPr lang="en-US" sz="1800" dirty="0" err="1"/>
              <a:t>ödevinizi</a:t>
            </a:r>
            <a:r>
              <a:rPr lang="en-US" sz="1800" dirty="0"/>
              <a:t> </a:t>
            </a:r>
            <a:r>
              <a:rPr lang="en-US" sz="1800" dirty="0" err="1"/>
              <a:t>gönderiyorsunuz</a:t>
            </a:r>
            <a:r>
              <a:rPr lang="en-US" sz="1800" dirty="0"/>
              <a:t>.</a:t>
            </a:r>
          </a:p>
          <a:p>
            <a:r>
              <a:rPr lang="en-US" sz="1800" dirty="0">
                <a:hlinkClick r:id="rId3"/>
              </a:rPr>
              <a:t>Ödev </a:t>
            </a:r>
            <a:r>
              <a:rPr lang="en-US" sz="1800" dirty="0" err="1">
                <a:hlinkClick r:id="rId3"/>
              </a:rPr>
              <a:t>Gönderim</a:t>
            </a:r>
            <a:r>
              <a:rPr lang="en-US" sz="1800" dirty="0">
                <a:hlinkClick r:id="rId3"/>
              </a:rPr>
              <a:t> </a:t>
            </a:r>
            <a:r>
              <a:rPr lang="en-US" sz="1800" dirty="0" err="1">
                <a:hlinkClick r:id="rId3"/>
              </a:rPr>
              <a:t>Formu</a:t>
            </a:r>
            <a:endParaRPr lang="en-US" sz="1800" dirty="0"/>
          </a:p>
        </p:txBody>
      </p:sp>
      <p:sp>
        <p:nvSpPr>
          <p:cNvPr id="5" name="Shape 267">
            <a:extLst>
              <a:ext uri="{FF2B5EF4-FFF2-40B4-BE49-F238E27FC236}">
                <a16:creationId xmlns:a16="http://schemas.microsoft.com/office/drawing/2014/main" id="{FFE506C8-ED96-64E9-23E0-73DB29C65CF1}"/>
              </a:ext>
            </a:extLst>
          </p:cNvPr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19E3B9-4AA3-26F9-0610-FE92A969327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</p:spTree>
    <p:extLst>
      <p:ext uri="{BB962C8B-B14F-4D97-AF65-F5344CB8AC3E}">
        <p14:creationId xmlns:p14="http://schemas.microsoft.com/office/powerpoint/2010/main" val="28580920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5D4F4-5483-7E7D-08AD-52200DB65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DCAB697-EA66-E818-C36C-8B76422FD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681077"/>
            <a:ext cx="8001000" cy="553998"/>
          </a:xfrm>
        </p:spPr>
        <p:txBody>
          <a:bodyPr/>
          <a:lstStyle/>
          <a:p>
            <a:r>
              <a:rPr lang="tr-TR" dirty="0"/>
              <a:t>Ödev-2 Beklenen Arayüz (5 puan)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8AF099-BD96-CA37-F50B-A4D3D938E5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0758" y="1371600"/>
            <a:ext cx="5501230" cy="5105400"/>
          </a:xfrm>
        </p:spPr>
      </p:pic>
      <p:sp>
        <p:nvSpPr>
          <p:cNvPr id="5" name="Shape 267">
            <a:extLst>
              <a:ext uri="{FF2B5EF4-FFF2-40B4-BE49-F238E27FC236}">
                <a16:creationId xmlns:a16="http://schemas.microsoft.com/office/drawing/2014/main" id="{9AA7E7CF-2345-5CDF-A88E-C3BC271C0E37}"/>
              </a:ext>
            </a:extLst>
          </p:cNvPr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E82A49-9AC5-3FB1-E077-14B709760FB5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2025-2026</a:t>
            </a:r>
          </a:p>
        </p:txBody>
      </p:sp>
    </p:spTree>
    <p:extLst>
      <p:ext uri="{BB962C8B-B14F-4D97-AF65-F5344CB8AC3E}">
        <p14:creationId xmlns:p14="http://schemas.microsoft.com/office/powerpoint/2010/main" val="888952007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Custom 1">
      <a:dk1>
        <a:srgbClr val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40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40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pitchFamily="-110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Designs\Network Blitz.pot</Template>
  <TotalTime>21858</TotalTime>
  <Words>2509</Words>
  <Application>Microsoft Macintosh PowerPoint</Application>
  <PresentationFormat>On-screen Show (4:3)</PresentationFormat>
  <Paragraphs>270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Tahoma</vt:lpstr>
      <vt:lpstr>Times</vt:lpstr>
      <vt:lpstr>Blank Presentation</vt:lpstr>
      <vt:lpstr>PowerPoint Presentation</vt:lpstr>
      <vt:lpstr>Fragments</vt:lpstr>
      <vt:lpstr>Fragments</vt:lpstr>
      <vt:lpstr>Handler Function</vt:lpstr>
      <vt:lpstr>Handler Function</vt:lpstr>
      <vt:lpstr>Props</vt:lpstr>
      <vt:lpstr>Props</vt:lpstr>
      <vt:lpstr>Props</vt:lpstr>
      <vt:lpstr>Props</vt:lpstr>
      <vt:lpstr>State</vt:lpstr>
      <vt:lpstr>State</vt:lpstr>
      <vt:lpstr>State</vt:lpstr>
      <vt:lpstr>State</vt:lpstr>
      <vt:lpstr>Callback Handler</vt:lpstr>
      <vt:lpstr>Callback Handler</vt:lpstr>
      <vt:lpstr>Lifting State</vt:lpstr>
      <vt:lpstr>Lifting State</vt:lpstr>
      <vt:lpstr>Lifting State</vt:lpstr>
      <vt:lpstr>Lifting State</vt:lpstr>
      <vt:lpstr>Controlled Components</vt:lpstr>
      <vt:lpstr>Controlled Components</vt:lpstr>
      <vt:lpstr>Props Handling</vt:lpstr>
      <vt:lpstr>Props Handling</vt:lpstr>
      <vt:lpstr>Side-Effects</vt:lpstr>
      <vt:lpstr>Side-Effects</vt:lpstr>
      <vt:lpstr>Side-Effects</vt:lpstr>
      <vt:lpstr>Side-Effects</vt:lpstr>
      <vt:lpstr>Ödev-2 (5 puan)</vt:lpstr>
      <vt:lpstr>Ödev-2 Beklenen Arayüz (5 puan)</vt:lpstr>
    </vt:vector>
  </TitlesOfParts>
  <Company>TEES Communications Division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Amy Yarbrough</dc:creator>
  <cp:lastModifiedBy>Asım Sinan Yüksel</cp:lastModifiedBy>
  <cp:revision>3108</cp:revision>
  <cp:lastPrinted>1999-07-13T10:45:18Z</cp:lastPrinted>
  <dcterms:created xsi:type="dcterms:W3CDTF">1999-06-28T14:13:43Z</dcterms:created>
  <dcterms:modified xsi:type="dcterms:W3CDTF">2025-10-22T10:27:41Z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