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534" r:id="rId2"/>
    <p:sldId id="535" r:id="rId3"/>
    <p:sldId id="584" r:id="rId4"/>
    <p:sldId id="585" r:id="rId5"/>
    <p:sldId id="586" r:id="rId6"/>
    <p:sldId id="587" r:id="rId7"/>
    <p:sldId id="588" r:id="rId8"/>
    <p:sldId id="589" r:id="rId9"/>
    <p:sldId id="590" r:id="rId10"/>
    <p:sldId id="591" r:id="rId11"/>
    <p:sldId id="592" r:id="rId12"/>
    <p:sldId id="647" r:id="rId13"/>
    <p:sldId id="602" r:id="rId14"/>
    <p:sldId id="593" r:id="rId15"/>
    <p:sldId id="594" r:id="rId16"/>
    <p:sldId id="595" r:id="rId17"/>
    <p:sldId id="596" r:id="rId18"/>
    <p:sldId id="597" r:id="rId19"/>
    <p:sldId id="598" r:id="rId20"/>
    <p:sldId id="599" r:id="rId21"/>
    <p:sldId id="600" r:id="rId22"/>
    <p:sldId id="601" r:id="rId23"/>
    <p:sldId id="604" r:id="rId24"/>
    <p:sldId id="605" r:id="rId25"/>
    <p:sldId id="606" r:id="rId26"/>
    <p:sldId id="607" r:id="rId27"/>
    <p:sldId id="608" r:id="rId28"/>
    <p:sldId id="609" r:id="rId29"/>
    <p:sldId id="610" r:id="rId30"/>
    <p:sldId id="613" r:id="rId31"/>
    <p:sldId id="612" r:id="rId32"/>
    <p:sldId id="648" r:id="rId33"/>
    <p:sldId id="649" r:id="rId34"/>
    <p:sldId id="650" r:id="rId35"/>
    <p:sldId id="651" r:id="rId36"/>
    <p:sldId id="652" r:id="rId37"/>
    <p:sldId id="611" r:id="rId38"/>
    <p:sldId id="653" r:id="rId39"/>
    <p:sldId id="654" r:id="rId40"/>
    <p:sldId id="655" r:id="rId41"/>
  </p:sldIdLst>
  <p:sldSz cx="9144000" cy="6858000" type="screen4x3"/>
  <p:notesSz cx="6858000" cy="9296400"/>
  <p:defaultTextStyle>
    <a:defPPr>
      <a:defRPr lang="en-US"/>
    </a:defPPr>
    <a:lvl1pPr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1pPr>
    <a:lvl2pPr marL="457200"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2pPr>
    <a:lvl3pPr marL="914400"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3pPr>
    <a:lvl4pPr marL="1371600"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4pPr>
    <a:lvl5pPr marL="1828800"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5pPr>
    <a:lvl6pPr marL="2286000" algn="l" defTabSz="914400" rtl="0" eaLnBrk="1" latinLnBrk="0" hangingPunct="1"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6pPr>
    <a:lvl7pPr marL="2743200" algn="l" defTabSz="914400" rtl="0" eaLnBrk="1" latinLnBrk="0" hangingPunct="1"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7pPr>
    <a:lvl8pPr marL="3200400" algn="l" defTabSz="914400" rtl="0" eaLnBrk="1" latinLnBrk="0" hangingPunct="1"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8pPr>
    <a:lvl9pPr marL="3657600" algn="l" defTabSz="914400" rtl="0" eaLnBrk="1" latinLnBrk="0" hangingPunct="1"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orient="horz" pos="2880">
          <p15:clr>
            <a:srgbClr val="A4A3A4"/>
          </p15:clr>
        </p15:guide>
        <p15:guide id="3" orient="horz" pos="2256">
          <p15:clr>
            <a:srgbClr val="A4A3A4"/>
          </p15:clr>
        </p15:guide>
        <p15:guide id="4" pos="1920">
          <p15:clr>
            <a:srgbClr val="A4A3A4"/>
          </p15:clr>
        </p15:guide>
        <p15:guide id="5" pos="144">
          <p15:clr>
            <a:srgbClr val="A4A3A4"/>
          </p15:clr>
        </p15:guide>
        <p15:guide id="6" pos="55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0C4"/>
    <a:srgbClr val="E5F0F7"/>
    <a:srgbClr val="C6D4DD"/>
    <a:srgbClr val="FFFFFF"/>
    <a:srgbClr val="FF6846"/>
    <a:srgbClr val="13F0B6"/>
    <a:srgbClr val="39FF4F"/>
    <a:srgbClr val="003366"/>
    <a:srgbClr val="FF204A"/>
    <a:srgbClr val="17FF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Orta Stil 2 - Vurgu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77"/>
    <p:restoredTop sz="92504"/>
  </p:normalViewPr>
  <p:slideViewPr>
    <p:cSldViewPr>
      <p:cViewPr varScale="1">
        <p:scale>
          <a:sx n="103" d="100"/>
          <a:sy n="103" d="100"/>
        </p:scale>
        <p:origin x="2000" y="168"/>
      </p:cViewPr>
      <p:guideLst>
        <p:guide orient="horz" pos="912"/>
        <p:guide orient="horz" pos="2880"/>
        <p:guide orient="horz" pos="2256"/>
        <p:guide pos="1920"/>
        <p:guide pos="144"/>
        <p:guide pos="55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1752" y="-728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>
            <a:lvl1pPr algn="l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1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b" anchorCtr="0" compatLnSpc="1">
            <a:prstTxWarp prst="textNoShape">
              <a:avLst/>
            </a:prstTxWarp>
          </a:bodyPr>
          <a:lstStyle>
            <a:lvl1pPr algn="l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1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 b="1"/>
            </a:lvl1pPr>
          </a:lstStyle>
          <a:p>
            <a:fld id="{91518750-F457-B341-9F07-6B957F51EBDC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5463261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>
            <a:lvl1pPr algn="l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49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4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16425"/>
            <a:ext cx="503237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4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b" anchorCtr="0" compatLnSpc="1">
            <a:prstTxWarp prst="textNoShape">
              <a:avLst/>
            </a:prstTxWarp>
          </a:bodyPr>
          <a:lstStyle>
            <a:lvl1pPr algn="l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4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 b="1"/>
            </a:lvl1pPr>
          </a:lstStyle>
          <a:p>
            <a:fld id="{5AD73B75-5514-634D-93C0-7FBBD93E1B6E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0014714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1pPr>
            <a:lvl2pPr marL="742950" indent="-285750"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2pPr>
            <a:lvl3pPr marL="1143000" indent="-228600"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3pPr>
            <a:lvl4pPr marL="1600200" indent="-228600"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4pPr>
            <a:lvl5pPr marL="2057400" indent="-228600"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5pPr>
            <a:lvl6pPr marL="25146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6pPr>
            <a:lvl7pPr marL="29718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7pPr>
            <a:lvl8pPr marL="34290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8pPr>
            <a:lvl9pPr marL="38862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9pPr>
          </a:lstStyle>
          <a:p>
            <a:fld id="{16030AE9-2274-E442-908D-5F5AD7F6653C}" type="slidenum">
              <a:rPr lang="en-US" altLang="tr-TR" sz="1200"/>
              <a:pPr/>
              <a:t>1</a:t>
            </a:fld>
            <a:endParaRPr lang="en-US" altLang="tr-TR" sz="1200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9025" y="682625"/>
            <a:ext cx="4667250" cy="3500438"/>
          </a:xfrm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3763" y="4413250"/>
            <a:ext cx="5059362" cy="4187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tr-TR" altLang="tr-TR">
              <a:latin typeface="Times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1610827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648174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3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505822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4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823381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5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104102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6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797771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7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96147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8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467234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9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011692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10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472714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11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302229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2DF54-C60D-3717-8B33-885591E5F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402C2-C146-DC23-B5E2-110A64B98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BB5AE-85AD-03D1-015F-7A02D0FDB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3C186-B729-4A10-D52A-BCA73C961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12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9631650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13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8659908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14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2201263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15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25516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16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5595551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17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070016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18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0959451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19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7149649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20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9842198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21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2906392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22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2320216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23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0110575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24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7438630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25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9731797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26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0089706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27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8515415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28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5629730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29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729241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30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2759197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31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4646063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0D257-D861-8D75-8197-07AC373A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F3265-4FFF-9409-3DFE-A1BFC92E7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F12F1-995E-53FE-AFCC-5D04D8E74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09BC4-E262-3620-67F9-2FA000976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32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294445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4AD63-17AC-5AB1-18EF-6A6C9D810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85462-6CAF-192E-5390-AE94A4942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E973A-F9CC-F271-ADBE-166051BCE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84B05-C5CE-4750-890E-668EF1758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33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9069561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216B3-C685-7BC8-FD35-C0A3B72FD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93C494-8912-C3C9-2740-5AFED0F1D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E2B39-EE0C-41E5-EA0A-B78E2B8EF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771CE-DCD7-198C-F9A1-AC0AC7210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34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460084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42DB7-832C-666F-44D7-5E9421BB1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B2475-FE04-B066-8D7F-F91D1B054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CD12B-E643-65A8-202C-7188D7ACA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F8A4E-1D22-4AB4-2ED4-EFC8E00335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35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944169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602CF-3FCE-6B82-86C5-8916BE289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762AF-2FB3-702B-DBD4-D2C392EEF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2D73A-0123-FCDD-B4F9-A89C27BF1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F9B4E-B0CD-653C-A32A-ABADDF469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36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0721099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37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1558184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B3BE4-4083-F6DF-5052-9A2E6C5C1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DA9940-6A71-8F09-CA60-31C6D5482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56CA4-FF62-C225-3633-33A59568E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98F95-3A8E-050C-81D2-952A67FF1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38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6276640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7A89A-D1A4-D82F-3DF4-DD3394DCD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0DC23-6E59-1AE3-EAD8-A3ACB2EB9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1E2B7-8D68-6139-1EC0-81C6E255B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BABD7-E15B-EFE3-0EDF-3BEE7AB174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39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0447752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E99F7-CBEE-C839-3258-8315F31EB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F3ED16-D507-2B88-A526-8FEBE37B3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BF456-DA45-4167-7777-232892EDF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AA494-2B13-73F6-C528-771BB18A9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40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069753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6452"/>
            <a:ext cx="7772400" cy="553998"/>
          </a:xfrm>
        </p:spPr>
        <p:txBody>
          <a:bodyPr/>
          <a:lstStyle>
            <a:lvl1pPr>
              <a:defRPr>
                <a:solidFill>
                  <a:srgbClr val="FF4342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Tahoma" charset="0"/>
                <a:ea typeface="Tahoma" charset="0"/>
                <a:cs typeface="Tahoma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94703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204A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r>
              <a:rPr lang="tr-TR" dirty="0" err="1"/>
              <a:t>Click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 Master </a:t>
            </a:r>
            <a:r>
              <a:rPr lang="tr-TR" dirty="0" err="1"/>
              <a:t>title</a:t>
            </a:r>
            <a:r>
              <a:rPr lang="tr-TR" dirty="0"/>
              <a:t> </a:t>
            </a:r>
            <a:r>
              <a:rPr lang="tr-TR" dirty="0" err="1"/>
              <a:t>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81600"/>
          </a:xfrm>
        </p:spPr>
        <p:txBody>
          <a:bodyPr/>
          <a:lstStyle>
            <a:lvl1pPr>
              <a:defRPr sz="220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1pPr>
            <a:lvl2pPr>
              <a:defRPr sz="180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2pPr>
            <a:lvl3pPr>
              <a:defRPr sz="160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3pPr>
            <a:lvl4pPr>
              <a:defRPr sz="140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4pPr>
            <a:lvl5pPr>
              <a:defRPr sz="1400" baseline="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5pPr>
          </a:lstStyle>
          <a:p>
            <a:pPr lvl="0"/>
            <a:r>
              <a:rPr lang="tr-TR" dirty="0"/>
              <a:t>Click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 Master </a:t>
            </a:r>
            <a:r>
              <a:rPr lang="tr-TR" dirty="0" err="1"/>
              <a:t>text</a:t>
            </a:r>
            <a:r>
              <a:rPr lang="tr-TR" dirty="0"/>
              <a:t> </a:t>
            </a:r>
            <a:r>
              <a:rPr lang="tr-TR" dirty="0" err="1"/>
              <a:t>styles</a:t>
            </a:r>
            <a:endParaRPr lang="tr-TR" dirty="0"/>
          </a:p>
          <a:p>
            <a:pPr lvl="1"/>
            <a:r>
              <a:rPr lang="tr-TR" dirty="0"/>
              <a:t>Second </a:t>
            </a:r>
            <a:r>
              <a:rPr lang="tr-TR" dirty="0" err="1"/>
              <a:t>level</a:t>
            </a:r>
            <a:endParaRPr lang="tr-TR" dirty="0"/>
          </a:p>
          <a:p>
            <a:pPr lvl="2"/>
            <a:r>
              <a:rPr lang="tr-TR" dirty="0"/>
              <a:t>Third </a:t>
            </a:r>
            <a:r>
              <a:rPr lang="tr-TR" dirty="0" err="1"/>
              <a:t>level</a:t>
            </a:r>
            <a:endParaRPr lang="tr-TR" dirty="0"/>
          </a:p>
          <a:p>
            <a:pPr lvl="3"/>
            <a:r>
              <a:rPr lang="tr-TR" dirty="0" err="1"/>
              <a:t>Fourth</a:t>
            </a:r>
            <a:r>
              <a:rPr lang="tr-TR" dirty="0"/>
              <a:t> </a:t>
            </a:r>
            <a:r>
              <a:rPr lang="tr-TR" dirty="0" err="1"/>
              <a:t>level</a:t>
            </a:r>
            <a:endParaRPr lang="tr-TR" dirty="0"/>
          </a:p>
          <a:p>
            <a:pPr lvl="4"/>
            <a:r>
              <a:rPr lang="tr-TR" dirty="0" err="1"/>
              <a:t>Fifth</a:t>
            </a:r>
            <a:r>
              <a:rPr lang="tr-TR" dirty="0"/>
              <a:t> </a:t>
            </a:r>
            <a:r>
              <a:rPr lang="tr-TR" dirty="0" err="1"/>
              <a:t>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015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6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032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8018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3621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80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8577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6183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031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00" y="685800"/>
            <a:ext cx="20193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685800"/>
            <a:ext cx="5905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12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685800"/>
            <a:ext cx="60960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3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pic>
        <p:nvPicPr>
          <p:cNvPr id="1028" name="Picture 5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13765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Box 4"/>
          <p:cNvSpPr txBox="1">
            <a:spLocks noChangeArrowheads="1"/>
          </p:cNvSpPr>
          <p:nvPr userDrawn="1"/>
        </p:nvSpPr>
        <p:spPr bwMode="auto">
          <a:xfrm>
            <a:off x="6451442" y="6611938"/>
            <a:ext cx="249138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1pPr>
            <a:lvl2pPr marL="742950" indent="-28575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2pPr>
            <a:lvl3pPr marL="11430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3pPr>
            <a:lvl4pPr marL="16002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4pPr>
            <a:lvl5pPr marL="20574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9pPr>
          </a:lstStyle>
          <a:p>
            <a:r>
              <a:rPr lang="en-US" altLang="tr-TR" sz="1000" i="1" dirty="0">
                <a:solidFill>
                  <a:srgbClr val="590000"/>
                </a:solidFill>
              </a:rPr>
              <a:t>Web</a:t>
            </a:r>
            <a:r>
              <a:rPr lang="en-US" altLang="tr-TR" sz="1000" i="1" baseline="0" dirty="0">
                <a:solidFill>
                  <a:srgbClr val="590000"/>
                </a:solidFill>
              </a:rPr>
              <a:t> </a:t>
            </a:r>
            <a:r>
              <a:rPr lang="en-US" altLang="tr-TR" sz="1000" i="1" baseline="0" dirty="0" err="1">
                <a:solidFill>
                  <a:srgbClr val="590000"/>
                </a:solidFill>
              </a:rPr>
              <a:t>Teknolojileri</a:t>
            </a:r>
            <a:r>
              <a:rPr lang="en-US" altLang="tr-TR" sz="1000" i="1" baseline="0" dirty="0">
                <a:solidFill>
                  <a:srgbClr val="590000"/>
                </a:solidFill>
              </a:rPr>
              <a:t> </a:t>
            </a:r>
            <a:r>
              <a:rPr lang="en-US" altLang="tr-TR" sz="1000" i="1" baseline="0" dirty="0" err="1">
                <a:solidFill>
                  <a:srgbClr val="590000"/>
                </a:solidFill>
              </a:rPr>
              <a:t>ve</a:t>
            </a:r>
            <a:r>
              <a:rPr lang="en-US" altLang="tr-TR" sz="1000" i="1" baseline="0" dirty="0">
                <a:solidFill>
                  <a:srgbClr val="590000"/>
                </a:solidFill>
              </a:rPr>
              <a:t> </a:t>
            </a:r>
            <a:r>
              <a:rPr lang="en-US" altLang="tr-TR" sz="1000" i="1" baseline="0" dirty="0" err="1">
                <a:solidFill>
                  <a:srgbClr val="590000"/>
                </a:solidFill>
              </a:rPr>
              <a:t>Programlama</a:t>
            </a:r>
            <a:r>
              <a:rPr lang="en-US" altLang="tr-TR" sz="1000" i="1" dirty="0">
                <a:solidFill>
                  <a:srgbClr val="590000"/>
                </a:solidFill>
              </a:rPr>
              <a:t>, 2016</a:t>
            </a:r>
          </a:p>
        </p:txBody>
      </p:sp>
      <p:sp>
        <p:nvSpPr>
          <p:cNvPr id="1030" name="TextBox 5"/>
          <p:cNvSpPr txBox="1">
            <a:spLocks noChangeArrowheads="1"/>
          </p:cNvSpPr>
          <p:nvPr userDrawn="1"/>
        </p:nvSpPr>
        <p:spPr bwMode="auto">
          <a:xfrm>
            <a:off x="0" y="6611938"/>
            <a:ext cx="314701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1pPr>
            <a:lvl2pPr marL="742950" indent="-28575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2pPr>
            <a:lvl3pPr marL="11430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3pPr>
            <a:lvl4pPr marL="16002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4pPr>
            <a:lvl5pPr marL="20574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9pPr>
          </a:lstStyle>
          <a:p>
            <a:r>
              <a:rPr lang="en-US" altLang="tr-TR" sz="1000" b="1" i="1" dirty="0" err="1">
                <a:solidFill>
                  <a:srgbClr val="590000"/>
                </a:solidFill>
              </a:rPr>
              <a:t>Ders</a:t>
            </a:r>
            <a:r>
              <a:rPr lang="en-US" altLang="tr-TR" sz="1000" b="1" i="1" dirty="0">
                <a:solidFill>
                  <a:srgbClr val="590000"/>
                </a:solidFill>
              </a:rPr>
              <a:t> </a:t>
            </a:r>
            <a:r>
              <a:rPr lang="en-US" altLang="tr-TR" sz="1000" b="1" i="1" dirty="0" err="1">
                <a:solidFill>
                  <a:srgbClr val="590000"/>
                </a:solidFill>
              </a:rPr>
              <a:t>Sunumu</a:t>
            </a:r>
            <a:r>
              <a:rPr lang="en-US" altLang="tr-TR" sz="1000" b="1" i="1" dirty="0">
                <a:solidFill>
                  <a:srgbClr val="590000"/>
                </a:solidFill>
              </a:rPr>
              <a:t>, </a:t>
            </a:r>
            <a:r>
              <a:rPr lang="en-US" altLang="tr-TR" sz="1000" b="1" i="1" dirty="0" err="1">
                <a:solidFill>
                  <a:srgbClr val="590000"/>
                </a:solidFill>
              </a:rPr>
              <a:t>Yrd</a:t>
            </a:r>
            <a:r>
              <a:rPr lang="en-US" altLang="tr-TR" sz="1000" b="1" i="1" dirty="0">
                <a:solidFill>
                  <a:srgbClr val="590000"/>
                </a:solidFill>
              </a:rPr>
              <a:t>. </a:t>
            </a:r>
            <a:r>
              <a:rPr lang="en-US" altLang="tr-TR" sz="1000" b="1" i="1" dirty="0" err="1">
                <a:solidFill>
                  <a:srgbClr val="590000"/>
                </a:solidFill>
              </a:rPr>
              <a:t>Doç</a:t>
            </a:r>
            <a:r>
              <a:rPr lang="en-US" altLang="tr-TR" sz="1000" b="1" i="1" dirty="0">
                <a:solidFill>
                  <a:srgbClr val="590000"/>
                </a:solidFill>
              </a:rPr>
              <a:t>.</a:t>
            </a:r>
            <a:r>
              <a:rPr lang="en-US" altLang="tr-TR" sz="1000" b="1" i="1" baseline="0" dirty="0">
                <a:solidFill>
                  <a:srgbClr val="590000"/>
                </a:solidFill>
              </a:rPr>
              <a:t> Dr. </a:t>
            </a:r>
            <a:r>
              <a:rPr lang="en-US" altLang="tr-TR" sz="1000" b="1" i="1" dirty="0" err="1">
                <a:solidFill>
                  <a:srgbClr val="590000"/>
                </a:solidFill>
              </a:rPr>
              <a:t>Asım</a:t>
            </a:r>
            <a:r>
              <a:rPr lang="en-US" altLang="tr-TR" sz="1000" b="1" i="1" dirty="0">
                <a:solidFill>
                  <a:srgbClr val="590000"/>
                </a:solidFill>
              </a:rPr>
              <a:t> Sinan YÜKSEL</a:t>
            </a:r>
          </a:p>
        </p:txBody>
      </p:sp>
      <p:pic>
        <p:nvPicPr>
          <p:cNvPr id="1031" name="Picture 2" descr="S__leyman_Demirel___niversitesi-logo-034BCFD506-seeklogo.com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8575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hlink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hlink"/>
          </a:solidFill>
          <a:latin typeface="+mn-lt"/>
          <a:ea typeface="ＭＳ Ｐゴシック" pitchFamily="-11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hlink"/>
          </a:solidFill>
          <a:latin typeface="+mn-lt"/>
          <a:ea typeface="ＭＳ Ｐゴシック" pitchFamily="-11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hlink"/>
          </a:solidFill>
          <a:latin typeface="+mn-lt"/>
          <a:ea typeface="ＭＳ Ｐゴシック" pitchFamily="-11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dev/en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codesandbox.io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vitejs.dev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slint.org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sandbox.io/s/kind-frost-woyu4n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hyperlink" Target="https://codesandbox.io/s/upbeat-ace-fy4yjs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2"/>
          <p:cNvSpPr txBox="1">
            <a:spLocks noChangeArrowheads="1"/>
          </p:cNvSpPr>
          <p:nvPr/>
        </p:nvSpPr>
        <p:spPr bwMode="auto">
          <a:xfrm>
            <a:off x="396875" y="6683375"/>
            <a:ext cx="1841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1pPr>
            <a:lvl2pPr marL="742950" indent="-28575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2pPr>
            <a:lvl3pPr marL="11430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3pPr>
            <a:lvl4pPr marL="16002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4pPr>
            <a:lvl5pPr marL="20574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9pPr>
          </a:lstStyle>
          <a:p>
            <a:endParaRPr lang="tr-TR" altLang="tr-TR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1997" y="4776"/>
            <a:ext cx="9200114" cy="68653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6400800" cy="553998"/>
          </a:xfrm>
        </p:spPr>
        <p:txBody>
          <a:bodyPr/>
          <a:lstStyle/>
          <a:p>
            <a:r>
              <a:rPr lang="tr-TR" dirty="0"/>
              <a:t>Giriş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tr-TR" sz="2100" dirty="0"/>
              <a:t>Geçmişte, web siteleri ve web uygulamaları sunucuda işlenirdi. </a:t>
            </a:r>
          </a:p>
          <a:p>
            <a:r>
              <a:rPr lang="tr-TR" sz="2100" dirty="0"/>
              <a:t>Bir kullanıcı bir tarayıcıda bir URL'yi ziyaret eder ve bir web sunucusundan bir HTML dosyası ve onunla ilişkili tüm HTML, CSS ve JavaScript dosyalarını ister. </a:t>
            </a:r>
          </a:p>
          <a:p>
            <a:r>
              <a:rPr lang="tr-TR" sz="2100" dirty="0"/>
              <a:t>Bir miktar ağ gecikmesinden sonra, kullanıcı işlenmiş </a:t>
            </a:r>
            <a:r>
              <a:rPr lang="tr-TR" sz="2100" dirty="0" err="1"/>
              <a:t>HTML'i</a:t>
            </a:r>
            <a:r>
              <a:rPr lang="tr-TR" sz="2100" dirty="0"/>
              <a:t> tarayıcıda görür ve onunla etkileşime başlar.</a:t>
            </a:r>
          </a:p>
          <a:p>
            <a:r>
              <a:rPr lang="tr-TR" sz="2100" dirty="0"/>
              <a:t>Her ek sayfa geçişi (başka bir URL'yi ziyaret etmek), bu olaylar zincirini yeniden başlatır. </a:t>
            </a:r>
          </a:p>
          <a:p>
            <a:r>
              <a:rPr lang="tr-TR" sz="2100" dirty="0"/>
              <a:t>Geçmişten gelen bu sürümde, esas olarak önemli olan her şey sunucu tarafından yapılırken, istemci yalnızca sayfa görüntüleyerek minimum bir rol oynar. </a:t>
            </a:r>
          </a:p>
          <a:p>
            <a:r>
              <a:rPr lang="tr-TR" sz="2100" dirty="0"/>
              <a:t>Uygulamayı yapılandırmak ve biçimlendirmek için basit HTML ve CSS kullanılırken, etkileşimleri (örneğin, bir açılır menüyü değiştirmek) veya gelişmiş stili mümkün kılmak için JavaScript kullanılırdı. </a:t>
            </a:r>
          </a:p>
          <a:p>
            <a:endParaRPr lang="tr-TR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621122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6400800" cy="553998"/>
          </a:xfrm>
        </p:spPr>
        <p:txBody>
          <a:bodyPr/>
          <a:lstStyle/>
          <a:p>
            <a:r>
              <a:rPr lang="tr-TR" dirty="0"/>
              <a:t>Giriş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tr-TR" sz="2100" dirty="0"/>
              <a:t>Bu tür işler için popüler bir JavaScript kütüphanesi olan </a:t>
            </a:r>
            <a:r>
              <a:rPr lang="tr-TR" sz="2100" dirty="0" err="1"/>
              <a:t>jQuery</a:t>
            </a:r>
            <a:r>
              <a:rPr lang="tr-TR" sz="2100" dirty="0"/>
              <a:t> sık kullanılırdı.</a:t>
            </a:r>
          </a:p>
          <a:p>
            <a:r>
              <a:rPr lang="tr-TR" sz="2100" dirty="0"/>
              <a:t>Buna karşılık, modern </a:t>
            </a:r>
            <a:r>
              <a:rPr lang="tr-TR" sz="2100" dirty="0" err="1"/>
              <a:t>JavaScript</a:t>
            </a:r>
            <a:r>
              <a:rPr lang="tr-TR" sz="2100" dirty="0"/>
              <a:t>, odağı sunucudan istemciye kaydırdı.</a:t>
            </a:r>
          </a:p>
          <a:p>
            <a:r>
              <a:rPr lang="tr-TR" sz="2100" dirty="0"/>
              <a:t>Bir kullanıcı bir URL'yi ziyaret eder, HTML dosyasını ve </a:t>
            </a:r>
            <a:r>
              <a:rPr lang="tr-TR" sz="2100" dirty="0" err="1"/>
              <a:t>JavaScript</a:t>
            </a:r>
            <a:r>
              <a:rPr lang="tr-TR" sz="2100" dirty="0"/>
              <a:t> dosyası ister. Bir miktar ağ gecikmesinden sonra, kullanıcı tarayıcıda JavaScript tarafından oluşturulmuş </a:t>
            </a:r>
            <a:r>
              <a:rPr lang="tr-TR" sz="2100" dirty="0" err="1"/>
              <a:t>HTML'yi</a:t>
            </a:r>
            <a:r>
              <a:rPr lang="tr-TR" sz="2100" dirty="0"/>
              <a:t> görür ve onunla etkileşime başlar.</a:t>
            </a:r>
          </a:p>
          <a:p>
            <a:r>
              <a:rPr lang="tr-TR" sz="2100" dirty="0"/>
              <a:t>Her ek sayfa geçişi, web sunucusundan daha fazla dosya istemez. Yeni sayfayı oluşturmak için başlangıçta istenen JavaScript'i kullanır. </a:t>
            </a:r>
          </a:p>
          <a:p>
            <a:r>
              <a:rPr lang="tr-TR" sz="2100" dirty="0"/>
              <a:t>Ayrıca, kullanıcı tarafından yapılan her ek etkileşim de istemcide işlenir. Bu modern sürümde sunucu, JavaScript'i tek bir minimum HTML dosyasıyla ağ üzerinden sunar. </a:t>
            </a:r>
          </a:p>
          <a:p>
            <a:endParaRPr lang="tr-TR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3411880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6400800" cy="553998"/>
          </a:xfrm>
        </p:spPr>
        <p:txBody>
          <a:bodyPr/>
          <a:lstStyle/>
          <a:p>
            <a:r>
              <a:rPr lang="tr-TR" dirty="0"/>
              <a:t>Giriş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tr-TR" sz="2100" dirty="0"/>
              <a:t>Daha sonra tüm uygulamayı HTML ile işlemek için istemci tarafındaki dosyalardan bağlantılı JavaScript’i çalıştırılır ve etkileşim için JavaScript kullanılır.</a:t>
            </a:r>
          </a:p>
          <a:p>
            <a:r>
              <a:rPr lang="tr-TR" sz="2100" dirty="0" err="1"/>
              <a:t>React</a:t>
            </a:r>
            <a:r>
              <a:rPr lang="tr-TR" sz="2100" dirty="0"/>
              <a:t> tarayıcıdaki her şeyi HTML olarak işlemeyi ve JavaScript ile kullanıcı etkileşimlerini yönetmeyi sağlar.</a:t>
            </a:r>
          </a:p>
          <a:p>
            <a:r>
              <a:rPr lang="tr-TR" sz="2100" dirty="0" err="1"/>
              <a:t>React'in</a:t>
            </a:r>
            <a:r>
              <a:rPr lang="tr-TR" sz="2100" dirty="0"/>
              <a:t> yükselişiyle birlikte bileşenler kavramı popüler hale geldi. Her bileşen, görünümünü HTML, CSS ve </a:t>
            </a:r>
            <a:r>
              <a:rPr lang="tr-TR" sz="2100" dirty="0" err="1"/>
              <a:t>JavaScript</a:t>
            </a:r>
            <a:r>
              <a:rPr lang="tr-TR" sz="2100" dirty="0"/>
              <a:t> ile tanımlar. Bir bileşen tanımlandıktan sonra, tüm uygulamayı oluşturmak için bileşenler hiyerarşisinde kullanılabilir.</a:t>
            </a:r>
          </a:p>
          <a:p>
            <a:r>
              <a:rPr lang="tr-TR" sz="2100" dirty="0" err="1"/>
              <a:t>React’ı</a:t>
            </a:r>
            <a:r>
              <a:rPr lang="tr-TR" sz="2100" dirty="0"/>
              <a:t> kullanmaya başlamadan önce web geliştirme ortamınızı hazırlamanız gerekir.</a:t>
            </a:r>
          </a:p>
          <a:p>
            <a:r>
              <a:rPr lang="tr-TR" sz="2100" b="1" dirty="0">
                <a:hlinkClick r:id="rId3"/>
              </a:rPr>
              <a:t>NodeJS</a:t>
            </a:r>
            <a:r>
              <a:rPr lang="tr-TR" sz="2100" b="1" dirty="0"/>
              <a:t>: </a:t>
            </a:r>
            <a:r>
              <a:rPr lang="tr-TR" sz="2100" dirty="0" err="1"/>
              <a:t>Javascript</a:t>
            </a:r>
            <a:r>
              <a:rPr lang="tr-TR" sz="2100" dirty="0"/>
              <a:t> kodlarınızı çalıştırmak için gerekli.</a:t>
            </a:r>
          </a:p>
          <a:p>
            <a:endParaRPr lang="tr-TR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399237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6400800" cy="553998"/>
          </a:xfrm>
        </p:spPr>
        <p:txBody>
          <a:bodyPr/>
          <a:lstStyle/>
          <a:p>
            <a:r>
              <a:rPr lang="tr-TR" dirty="0"/>
              <a:t>Kurulum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tr-TR" sz="2100" b="1" dirty="0"/>
              <a:t>NPM: </a:t>
            </a:r>
            <a:r>
              <a:rPr lang="tr-TR" sz="2100" dirty="0" err="1"/>
              <a:t>Javascript</a:t>
            </a:r>
            <a:r>
              <a:rPr lang="tr-TR" sz="2100" dirty="0"/>
              <a:t> kütüphanelerini yüklemek için gerekli. NodeJS yüklendiğinde otomatik yüklenir.</a:t>
            </a:r>
          </a:p>
          <a:p>
            <a:r>
              <a:rPr lang="tr-TR" sz="2100" dirty="0">
                <a:hlinkClick r:id="rId3"/>
              </a:rPr>
              <a:t>VS Code</a:t>
            </a:r>
            <a:r>
              <a:rPr lang="tr-TR" sz="2100" dirty="0"/>
              <a:t>: Web uygulamalarınızı geliştirmenizi, kod yazmanızı sağlayan geliştirme ortamı (IDE). </a:t>
            </a:r>
          </a:p>
          <a:p>
            <a:r>
              <a:rPr lang="tr-TR" sz="2100" dirty="0">
                <a:hlinkClick r:id="rId4"/>
              </a:rPr>
              <a:t>CodeSandBox</a:t>
            </a:r>
            <a:r>
              <a:rPr lang="tr-TR" sz="2100" dirty="0"/>
              <a:t>: Online olarak çalışmak isteyenler için ODE.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42DBF4-6B78-B6F4-8C6F-E3BD4F0F4B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429000"/>
            <a:ext cx="8600303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73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6400800" cy="553998"/>
          </a:xfrm>
        </p:spPr>
        <p:txBody>
          <a:bodyPr/>
          <a:lstStyle/>
          <a:p>
            <a:r>
              <a:rPr lang="tr-TR" dirty="0"/>
              <a:t>Kurulum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tr-TR" sz="2100" dirty="0"/>
              <a:t>Gerekli kütüphaneleri ve araçları kurduktan sonra </a:t>
            </a:r>
            <a:r>
              <a:rPr lang="tr-TR" sz="2100" dirty="0" err="1"/>
              <a:t>React</a:t>
            </a:r>
            <a:r>
              <a:rPr lang="tr-TR" sz="2100" dirty="0"/>
              <a:t> uygulamamızı hızlı bir şekilde geliştirmemizi sağlayacak bir şablon üreteceğiz. </a:t>
            </a:r>
          </a:p>
          <a:p>
            <a:r>
              <a:rPr lang="tr-TR" sz="2100" dirty="0"/>
              <a:t>Bunun için </a:t>
            </a:r>
            <a:r>
              <a:rPr lang="tr-TR" sz="2100" dirty="0" err="1"/>
              <a:t>React</a:t>
            </a:r>
            <a:r>
              <a:rPr lang="tr-TR" sz="2100" dirty="0"/>
              <a:t> uygulamalarını oluşturmayı kolaylaştıran </a:t>
            </a:r>
            <a:r>
              <a:rPr lang="tr-TR" sz="2100" dirty="0">
                <a:hlinkClick r:id="rId3"/>
              </a:rPr>
              <a:t>Vite</a:t>
            </a:r>
            <a:r>
              <a:rPr lang="tr-TR" sz="2100" dirty="0"/>
              <a:t> isimli aracı kullanacağız.</a:t>
            </a:r>
          </a:p>
          <a:p>
            <a:r>
              <a:rPr lang="tr-TR" sz="2100" dirty="0"/>
              <a:t>Aşağıdaki komut ile deneme adında </a:t>
            </a:r>
            <a:r>
              <a:rPr lang="tr-TR" sz="2100" dirty="0" err="1"/>
              <a:t>React</a:t>
            </a:r>
            <a:r>
              <a:rPr lang="tr-TR" sz="2100" dirty="0"/>
              <a:t> şablonunu kullanan bir uygulama oluşturacağız. Daha sonra gerekli kütüphaneleri yükleyip, uygulamayı çalıştıracağız.</a:t>
            </a:r>
          </a:p>
          <a:p>
            <a:pPr lvl="1"/>
            <a:r>
              <a:rPr lang="en-US" dirty="0" err="1">
                <a:effectLst/>
                <a:latin typeface="AnonymousPro"/>
              </a:rPr>
              <a:t>npm</a:t>
            </a:r>
            <a:r>
              <a:rPr lang="en-US" dirty="0">
                <a:effectLst/>
                <a:latin typeface="AnonymousPro"/>
              </a:rPr>
              <a:t> create </a:t>
            </a:r>
            <a:r>
              <a:rPr lang="en-US" dirty="0" err="1">
                <a:effectLst/>
                <a:latin typeface="AnonymousPro"/>
              </a:rPr>
              <a:t>vite@latest</a:t>
            </a:r>
            <a:r>
              <a:rPr lang="en-US" dirty="0">
                <a:effectLst/>
                <a:latin typeface="AnonymousPro"/>
              </a:rPr>
              <a:t> </a:t>
            </a:r>
            <a:r>
              <a:rPr lang="en-US" dirty="0" err="1">
                <a:effectLst/>
                <a:latin typeface="AnonymousPro"/>
              </a:rPr>
              <a:t>deneme</a:t>
            </a:r>
            <a:r>
              <a:rPr lang="en-US" dirty="0">
                <a:effectLst/>
                <a:latin typeface="AnonymousPro"/>
              </a:rPr>
              <a:t> -- --template react </a:t>
            </a:r>
          </a:p>
          <a:p>
            <a:pPr lvl="1"/>
            <a:r>
              <a:rPr lang="en-US" dirty="0">
                <a:latin typeface="AnonymousPro"/>
              </a:rPr>
              <a:t>cd </a:t>
            </a:r>
            <a:r>
              <a:rPr lang="en-US" dirty="0" err="1">
                <a:latin typeface="AnonymousPro"/>
              </a:rPr>
              <a:t>deneme</a:t>
            </a:r>
            <a:endParaRPr lang="en-US" dirty="0">
              <a:latin typeface="AnonymousPro"/>
            </a:endParaRPr>
          </a:p>
          <a:p>
            <a:pPr lvl="1"/>
            <a:r>
              <a:rPr lang="en-US" dirty="0" err="1">
                <a:latin typeface="AnonymousPro"/>
              </a:rPr>
              <a:t>n</a:t>
            </a:r>
            <a:r>
              <a:rPr lang="en-US" dirty="0" err="1">
                <a:effectLst/>
                <a:latin typeface="AnonymousPro"/>
              </a:rPr>
              <a:t>pm</a:t>
            </a:r>
            <a:r>
              <a:rPr lang="en-US" dirty="0">
                <a:effectLst/>
                <a:latin typeface="AnonymousPro"/>
              </a:rPr>
              <a:t> install</a:t>
            </a:r>
          </a:p>
          <a:p>
            <a:pPr lvl="1"/>
            <a:r>
              <a:rPr lang="en-US" dirty="0" err="1">
                <a:latin typeface="AnonymousPro"/>
              </a:rPr>
              <a:t>npm</a:t>
            </a:r>
            <a:r>
              <a:rPr lang="en-US" dirty="0">
                <a:latin typeface="AnonymousPro"/>
              </a:rPr>
              <a:t> run dev</a:t>
            </a:r>
            <a:endParaRPr lang="en-US" dirty="0">
              <a:effectLst/>
              <a:latin typeface="AnonymousPro"/>
            </a:endParaRPr>
          </a:p>
          <a:p>
            <a:pPr lvl="1"/>
            <a:endParaRPr lang="en-US" dirty="0">
              <a:effectLst/>
              <a:latin typeface="AnonymousPro"/>
            </a:endParaRPr>
          </a:p>
          <a:p>
            <a:pPr lvl="1"/>
            <a:endParaRPr lang="en-US" sz="12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2451816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6400800" cy="553998"/>
          </a:xfrm>
        </p:spPr>
        <p:txBody>
          <a:bodyPr/>
          <a:lstStyle/>
          <a:p>
            <a:r>
              <a:rPr lang="tr-TR" dirty="0"/>
              <a:t>Kurulum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5D92EF-814B-CD92-F417-8CC4528044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371600"/>
            <a:ext cx="6313467" cy="5181600"/>
          </a:xfrm>
        </p:spPr>
      </p:pic>
    </p:spTree>
    <p:extLst>
      <p:ext uri="{BB962C8B-B14F-4D97-AF65-F5344CB8AC3E}">
        <p14:creationId xmlns:p14="http://schemas.microsoft.com/office/powerpoint/2010/main" val="1479762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6400800" cy="553998"/>
          </a:xfrm>
        </p:spPr>
        <p:txBody>
          <a:bodyPr/>
          <a:lstStyle/>
          <a:p>
            <a:r>
              <a:rPr lang="tr-TR" dirty="0"/>
              <a:t>Kurulum 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D39012-203E-4C24-FFEB-95047A658B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7094" y="1420294"/>
            <a:ext cx="7416724" cy="4370906"/>
          </a:xfrm>
        </p:spPr>
      </p:pic>
    </p:spTree>
    <p:extLst>
      <p:ext uri="{BB962C8B-B14F-4D97-AF65-F5344CB8AC3E}">
        <p14:creationId xmlns:p14="http://schemas.microsoft.com/office/powerpoint/2010/main" val="17901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6400800" cy="553998"/>
          </a:xfrm>
        </p:spPr>
        <p:txBody>
          <a:bodyPr/>
          <a:lstStyle/>
          <a:p>
            <a:r>
              <a:rPr lang="tr-TR" dirty="0"/>
              <a:t>Dosya Yapısı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24A344-D15B-9C7F-AC84-D38D56C4B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1248" y="1383325"/>
            <a:ext cx="7362552" cy="4723265"/>
          </a:xfrm>
        </p:spPr>
      </p:pic>
    </p:spTree>
    <p:extLst>
      <p:ext uri="{BB962C8B-B14F-4D97-AF65-F5344CB8AC3E}">
        <p14:creationId xmlns:p14="http://schemas.microsoft.com/office/powerpoint/2010/main" val="1224127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6400800" cy="553998"/>
          </a:xfrm>
        </p:spPr>
        <p:txBody>
          <a:bodyPr/>
          <a:lstStyle/>
          <a:p>
            <a:r>
              <a:rPr lang="tr-TR" dirty="0"/>
              <a:t>Dosya Yapısı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1600" b="1" dirty="0" err="1"/>
              <a:t>package.json</a:t>
            </a:r>
            <a:r>
              <a:rPr lang="en-US" sz="1600" b="1" dirty="0"/>
              <a:t>: </a:t>
            </a:r>
            <a:r>
              <a:rPr lang="en-US" sz="1600" dirty="0" err="1"/>
              <a:t>Projenin</a:t>
            </a:r>
            <a:r>
              <a:rPr lang="en-US" sz="1600" dirty="0"/>
              <a:t> </a:t>
            </a:r>
            <a:r>
              <a:rPr lang="en-US" sz="1600" dirty="0" err="1"/>
              <a:t>tüm</a:t>
            </a:r>
            <a:r>
              <a:rPr lang="en-US" sz="1600" dirty="0"/>
              <a:t> </a:t>
            </a:r>
            <a:r>
              <a:rPr lang="en-US" sz="1600" dirty="0" err="1"/>
              <a:t>konfigürasyon</a:t>
            </a:r>
            <a:r>
              <a:rPr lang="en-US" sz="1600" dirty="0"/>
              <a:t> </a:t>
            </a:r>
            <a:r>
              <a:rPr lang="en-US" sz="1600" dirty="0" err="1"/>
              <a:t>ayarlarının</a:t>
            </a:r>
            <a:r>
              <a:rPr lang="en-US" sz="1600" dirty="0"/>
              <a:t>, </a:t>
            </a:r>
            <a:r>
              <a:rPr lang="en-US" sz="1600" dirty="0" err="1"/>
              <a:t>kütüphane</a:t>
            </a:r>
            <a:r>
              <a:rPr lang="en-US" sz="1600" dirty="0"/>
              <a:t>/</a:t>
            </a:r>
            <a:r>
              <a:rPr lang="en-US" sz="1600" dirty="0" err="1"/>
              <a:t>paket</a:t>
            </a:r>
            <a:r>
              <a:rPr lang="en-US" sz="1600" dirty="0"/>
              <a:t> </a:t>
            </a:r>
            <a:r>
              <a:rPr lang="en-US" sz="1600" dirty="0" err="1"/>
              <a:t>bağımlılıklarının</a:t>
            </a:r>
            <a:r>
              <a:rPr lang="en-US" sz="1600" dirty="0"/>
              <a:t> </a:t>
            </a:r>
            <a:r>
              <a:rPr lang="en-US" sz="1600" dirty="0" err="1"/>
              <a:t>yer</a:t>
            </a:r>
            <a:r>
              <a:rPr lang="en-US" sz="1600" dirty="0"/>
              <a:t> </a:t>
            </a:r>
            <a:r>
              <a:rPr lang="en-US" sz="1600" dirty="0" err="1"/>
              <a:t>aldığı</a:t>
            </a:r>
            <a:r>
              <a:rPr lang="en-US" sz="1600" dirty="0"/>
              <a:t> </a:t>
            </a:r>
            <a:r>
              <a:rPr lang="en-US" sz="1600" dirty="0" err="1"/>
              <a:t>dosya</a:t>
            </a:r>
            <a:endParaRPr lang="en-US" sz="1600" dirty="0"/>
          </a:p>
          <a:p>
            <a:r>
              <a:rPr lang="en-US" sz="1600" b="1" dirty="0" err="1"/>
              <a:t>node_modules</a:t>
            </a:r>
            <a:r>
              <a:rPr lang="en-US" sz="1600" b="1" dirty="0"/>
              <a:t>: </a:t>
            </a:r>
            <a:r>
              <a:rPr lang="en-US" sz="1600" dirty="0" err="1"/>
              <a:t>yüklenen</a:t>
            </a:r>
            <a:r>
              <a:rPr lang="en-US" sz="1600" dirty="0"/>
              <a:t> </a:t>
            </a:r>
            <a:r>
              <a:rPr lang="en-US" sz="1600" dirty="0" err="1"/>
              <a:t>tüm</a:t>
            </a:r>
            <a:r>
              <a:rPr lang="en-US" sz="1600" dirty="0"/>
              <a:t> </a:t>
            </a:r>
            <a:r>
              <a:rPr lang="en-US" sz="1600" dirty="0" err="1"/>
              <a:t>kütüphaneleri</a:t>
            </a:r>
            <a:r>
              <a:rPr lang="en-US" sz="1600" dirty="0"/>
              <a:t> </a:t>
            </a:r>
            <a:r>
              <a:rPr lang="en-US" sz="1600" dirty="0" err="1"/>
              <a:t>içeren</a:t>
            </a:r>
            <a:r>
              <a:rPr lang="en-US" sz="1600" dirty="0"/>
              <a:t> </a:t>
            </a:r>
            <a:r>
              <a:rPr lang="en-US" sz="1600" dirty="0" err="1"/>
              <a:t>klasör</a:t>
            </a:r>
            <a:r>
              <a:rPr lang="en-US" sz="1600" dirty="0"/>
              <a:t>.</a:t>
            </a:r>
          </a:p>
          <a:p>
            <a:r>
              <a:rPr lang="en-US" sz="1600" b="1" dirty="0"/>
              <a:t>.</a:t>
            </a:r>
            <a:r>
              <a:rPr lang="en-US" sz="1600" b="1" dirty="0" err="1"/>
              <a:t>gitignore</a:t>
            </a:r>
            <a:r>
              <a:rPr lang="en-US" sz="1600" b="1" dirty="0"/>
              <a:t>: </a:t>
            </a:r>
            <a:r>
              <a:rPr lang="en-US" sz="1600" dirty="0"/>
              <a:t>git </a:t>
            </a:r>
            <a:r>
              <a:rPr lang="en-US" sz="1600" dirty="0" err="1"/>
              <a:t>ile</a:t>
            </a:r>
            <a:r>
              <a:rPr lang="en-US" sz="1600" dirty="0"/>
              <a:t> </a:t>
            </a:r>
            <a:r>
              <a:rPr lang="en-US" sz="1600" dirty="0" err="1"/>
              <a:t>gönderilmemesi</a:t>
            </a:r>
            <a:r>
              <a:rPr lang="en-US" sz="1600" dirty="0"/>
              <a:t> </a:t>
            </a:r>
            <a:r>
              <a:rPr lang="en-US" sz="1600" dirty="0" err="1"/>
              <a:t>gereken</a:t>
            </a:r>
            <a:r>
              <a:rPr lang="en-US" sz="1600" dirty="0"/>
              <a:t> </a:t>
            </a:r>
            <a:r>
              <a:rPr lang="en-US" sz="1600" dirty="0" err="1"/>
              <a:t>dosyaların</a:t>
            </a:r>
            <a:r>
              <a:rPr lang="en-US" sz="1600" dirty="0"/>
              <a:t>, </a:t>
            </a:r>
            <a:r>
              <a:rPr lang="en-US" sz="1600" dirty="0" err="1"/>
              <a:t>klasörlerin</a:t>
            </a:r>
            <a:r>
              <a:rPr lang="en-US" sz="1600" dirty="0"/>
              <a:t> </a:t>
            </a:r>
            <a:r>
              <a:rPr lang="en-US" sz="1600" dirty="0" err="1"/>
              <a:t>adlarını</a:t>
            </a:r>
            <a:r>
              <a:rPr lang="en-US" sz="1600" dirty="0"/>
              <a:t> </a:t>
            </a:r>
            <a:r>
              <a:rPr lang="en-US" sz="1600" dirty="0" err="1"/>
              <a:t>içeren</a:t>
            </a:r>
            <a:r>
              <a:rPr lang="en-US" sz="1600" dirty="0"/>
              <a:t> </a:t>
            </a:r>
            <a:r>
              <a:rPr lang="en-US" sz="1600" dirty="0" err="1"/>
              <a:t>dosya</a:t>
            </a:r>
            <a:r>
              <a:rPr lang="en-US" sz="1600" dirty="0"/>
              <a:t>.</a:t>
            </a:r>
          </a:p>
          <a:p>
            <a:r>
              <a:rPr lang="en-US" sz="1600" b="1" dirty="0" err="1"/>
              <a:t>vite.config.js</a:t>
            </a:r>
            <a:r>
              <a:rPr lang="en-US" sz="1600" b="1" dirty="0"/>
              <a:t>: </a:t>
            </a:r>
            <a:r>
              <a:rPr lang="en-US" sz="1600" dirty="0" err="1"/>
              <a:t>Vite’ın</a:t>
            </a:r>
            <a:r>
              <a:rPr lang="en-US" sz="1600" dirty="0"/>
              <a:t> </a:t>
            </a:r>
            <a:r>
              <a:rPr lang="en-US" sz="1600" dirty="0" err="1"/>
              <a:t>konfigürasyon</a:t>
            </a:r>
            <a:r>
              <a:rPr lang="en-US" sz="1600" dirty="0"/>
              <a:t> </a:t>
            </a:r>
            <a:r>
              <a:rPr lang="en-US" sz="1600" dirty="0" err="1"/>
              <a:t>ayarlarını</a:t>
            </a:r>
            <a:r>
              <a:rPr lang="en-US" sz="1600" dirty="0"/>
              <a:t> </a:t>
            </a:r>
            <a:r>
              <a:rPr lang="en-US" sz="1600" dirty="0" err="1"/>
              <a:t>içeren</a:t>
            </a:r>
            <a:r>
              <a:rPr lang="en-US" sz="1600" dirty="0"/>
              <a:t> </a:t>
            </a:r>
            <a:r>
              <a:rPr lang="en-US" sz="1600" dirty="0" err="1"/>
              <a:t>dosya</a:t>
            </a:r>
            <a:r>
              <a:rPr lang="en-US" sz="1600" dirty="0"/>
              <a:t>.</a:t>
            </a:r>
          </a:p>
          <a:p>
            <a:r>
              <a:rPr lang="en-US" sz="1600" b="1" dirty="0"/>
              <a:t>public: </a:t>
            </a:r>
            <a:r>
              <a:rPr lang="en-US" sz="1600" dirty="0"/>
              <a:t>favicon, </a:t>
            </a:r>
            <a:r>
              <a:rPr lang="en-US" sz="1600" dirty="0" err="1"/>
              <a:t>robots.txt</a:t>
            </a:r>
            <a:r>
              <a:rPr lang="en-US" sz="1600" dirty="0"/>
              <a:t>, </a:t>
            </a:r>
            <a:r>
              <a:rPr lang="en-US" sz="1600" dirty="0" err="1"/>
              <a:t>manifest.json</a:t>
            </a:r>
            <a:r>
              <a:rPr lang="en-US" sz="1600" dirty="0"/>
              <a:t>, </a:t>
            </a:r>
            <a:r>
              <a:rPr lang="en-US" sz="1600" dirty="0" err="1"/>
              <a:t>statik</a:t>
            </a:r>
            <a:r>
              <a:rPr lang="en-US" sz="1600" dirty="0"/>
              <a:t> HTML </a:t>
            </a:r>
            <a:r>
              <a:rPr lang="en-US" sz="1600" dirty="0" err="1"/>
              <a:t>parçaları</a:t>
            </a:r>
            <a:r>
              <a:rPr lang="en-US" sz="1600" dirty="0"/>
              <a:t>, </a:t>
            </a:r>
            <a:r>
              <a:rPr lang="en-US" sz="1600" dirty="0" err="1"/>
              <a:t>sunucuda</a:t>
            </a:r>
            <a:r>
              <a:rPr lang="en-US" sz="1600" dirty="0"/>
              <a:t> </a:t>
            </a:r>
            <a:r>
              <a:rPr lang="en-US" sz="1600" dirty="0" err="1"/>
              <a:t>değiştirilmemesi</a:t>
            </a:r>
            <a:r>
              <a:rPr lang="en-US" sz="1600" dirty="0"/>
              <a:t> </a:t>
            </a:r>
            <a:r>
              <a:rPr lang="en-US" sz="1600" dirty="0" err="1"/>
              <a:t>gereken</a:t>
            </a:r>
            <a:r>
              <a:rPr lang="en-US" sz="1600" dirty="0"/>
              <a:t> </a:t>
            </a:r>
            <a:r>
              <a:rPr lang="en-US" sz="1600" dirty="0" err="1"/>
              <a:t>önceden</a:t>
            </a:r>
            <a:r>
              <a:rPr lang="en-US" sz="1600" dirty="0"/>
              <a:t> </a:t>
            </a:r>
            <a:r>
              <a:rPr lang="en-US" sz="1600" dirty="0" err="1"/>
              <a:t>oluşturulmuş</a:t>
            </a:r>
            <a:r>
              <a:rPr lang="en-US" sz="1600" dirty="0"/>
              <a:t>, </a:t>
            </a:r>
            <a:r>
              <a:rPr lang="en-US" sz="1600" dirty="0" err="1"/>
              <a:t>paketleme</a:t>
            </a:r>
            <a:r>
              <a:rPr lang="en-US" sz="1600" dirty="0"/>
              <a:t>/</a:t>
            </a:r>
            <a:r>
              <a:rPr lang="en-US" sz="1600" dirty="0" err="1"/>
              <a:t>optimizasyon</a:t>
            </a:r>
            <a:r>
              <a:rPr lang="en-US" sz="1600" dirty="0"/>
              <a:t> </a:t>
            </a:r>
            <a:r>
              <a:rPr lang="en-US" sz="1600" dirty="0" err="1"/>
              <a:t>gerektirmeyen</a:t>
            </a:r>
            <a:r>
              <a:rPr lang="en-US" sz="1600" dirty="0"/>
              <a:t> </a:t>
            </a:r>
            <a:r>
              <a:rPr lang="en-US" sz="1600" dirty="0" err="1"/>
              <a:t>dosyalar</a:t>
            </a:r>
            <a:r>
              <a:rPr lang="en-US" sz="1600" dirty="0"/>
              <a:t>.</a:t>
            </a:r>
          </a:p>
          <a:p>
            <a:r>
              <a:rPr lang="en-US" sz="1600" b="1" dirty="0" err="1"/>
              <a:t>index.html</a:t>
            </a:r>
            <a:r>
              <a:rPr lang="en-US" sz="1600" b="1" dirty="0"/>
              <a:t>: </a:t>
            </a:r>
            <a:r>
              <a:rPr lang="en-US" sz="1600" dirty="0" err="1"/>
              <a:t>Proje</a:t>
            </a:r>
            <a:r>
              <a:rPr lang="en-US" sz="1600" dirty="0"/>
              <a:t> </a:t>
            </a:r>
            <a:r>
              <a:rPr lang="en-US" sz="1600" dirty="0" err="1"/>
              <a:t>başlatılırken</a:t>
            </a:r>
            <a:r>
              <a:rPr lang="en-US" sz="1600" dirty="0"/>
              <a:t> </a:t>
            </a:r>
            <a:r>
              <a:rPr lang="en-US" sz="1600" dirty="0" err="1"/>
              <a:t>tarayıcıda</a:t>
            </a:r>
            <a:r>
              <a:rPr lang="en-US" sz="1600" dirty="0"/>
              <a:t> </a:t>
            </a:r>
            <a:r>
              <a:rPr lang="en-US" sz="1600" dirty="0" err="1"/>
              <a:t>görüntülenen</a:t>
            </a:r>
            <a:r>
              <a:rPr lang="en-US" sz="1600" dirty="0"/>
              <a:t> </a:t>
            </a:r>
            <a:r>
              <a:rPr lang="en-US" sz="1600" dirty="0" err="1"/>
              <a:t>HTML’dir</a:t>
            </a:r>
            <a:r>
              <a:rPr lang="en-US" sz="1600" dirty="0"/>
              <a:t>. </a:t>
            </a:r>
            <a:r>
              <a:rPr lang="en-US" sz="1600" dirty="0" err="1"/>
              <a:t>İçerisinde</a:t>
            </a:r>
            <a:r>
              <a:rPr lang="en-US" sz="1600" dirty="0"/>
              <a:t> </a:t>
            </a:r>
            <a:r>
              <a:rPr lang="en-US" sz="1600" dirty="0" err="1"/>
              <a:t>fazla</a:t>
            </a:r>
            <a:r>
              <a:rPr lang="en-US" sz="1600" dirty="0"/>
              <a:t> </a:t>
            </a:r>
            <a:r>
              <a:rPr lang="en-US" sz="1600" dirty="0" err="1"/>
              <a:t>bir</a:t>
            </a:r>
            <a:r>
              <a:rPr lang="en-US" sz="1600" dirty="0"/>
              <a:t> </a:t>
            </a:r>
            <a:r>
              <a:rPr lang="en-US" sz="1600" dirty="0" err="1"/>
              <a:t>içerik</a:t>
            </a:r>
            <a:r>
              <a:rPr lang="en-US" sz="1600" dirty="0"/>
              <a:t> </a:t>
            </a:r>
            <a:r>
              <a:rPr lang="en-US" sz="1600" dirty="0" err="1"/>
              <a:t>yoktur</a:t>
            </a:r>
            <a:r>
              <a:rPr lang="en-US" sz="1600" dirty="0"/>
              <a:t>. </a:t>
            </a:r>
            <a:r>
              <a:rPr lang="en-US" sz="1600" dirty="0" err="1"/>
              <a:t>Ancak</a:t>
            </a:r>
            <a:r>
              <a:rPr lang="en-US" sz="1600" dirty="0"/>
              <a:t>, </a:t>
            </a:r>
            <a:r>
              <a:rPr lang="en-US" sz="1600" dirty="0" err="1"/>
              <a:t>tarayıcıda</a:t>
            </a:r>
            <a:r>
              <a:rPr lang="en-US" sz="1600" dirty="0"/>
              <a:t> HTML/CSS </a:t>
            </a:r>
            <a:r>
              <a:rPr lang="en-US" sz="1600" dirty="0" err="1"/>
              <a:t>çıktısı</a:t>
            </a:r>
            <a:r>
              <a:rPr lang="en-US" sz="1600" dirty="0"/>
              <a:t> </a:t>
            </a:r>
            <a:r>
              <a:rPr lang="en-US" sz="1600" dirty="0" err="1"/>
              <a:t>almak</a:t>
            </a:r>
            <a:r>
              <a:rPr lang="en-US" sz="1600" dirty="0"/>
              <a:t> </a:t>
            </a:r>
            <a:r>
              <a:rPr lang="en-US" sz="1600" dirty="0" err="1"/>
              <a:t>için</a:t>
            </a:r>
            <a:r>
              <a:rPr lang="en-US" sz="1600" dirty="0"/>
              <a:t> </a:t>
            </a:r>
            <a:r>
              <a:rPr lang="en-US" sz="1600" dirty="0" err="1"/>
              <a:t>tüm</a:t>
            </a:r>
            <a:r>
              <a:rPr lang="en-US" sz="1600" dirty="0"/>
              <a:t> React </a:t>
            </a:r>
            <a:r>
              <a:rPr lang="en-US" sz="1600" dirty="0" err="1"/>
              <a:t>kodunun</a:t>
            </a:r>
            <a:r>
              <a:rPr lang="en-US" sz="1600" dirty="0"/>
              <a:t> </a:t>
            </a:r>
            <a:r>
              <a:rPr lang="en-US" sz="1600" dirty="0" err="1"/>
              <a:t>bulunduğu</a:t>
            </a:r>
            <a:r>
              <a:rPr lang="en-US" sz="1600" dirty="0"/>
              <a:t> </a:t>
            </a:r>
            <a:r>
              <a:rPr lang="en-US" sz="1600" dirty="0" err="1"/>
              <a:t>kaynak</a:t>
            </a:r>
            <a:r>
              <a:rPr lang="en-US" sz="1600" dirty="0"/>
              <a:t> </a:t>
            </a:r>
            <a:r>
              <a:rPr lang="en-US" sz="1600" dirty="0" err="1"/>
              <a:t>klasörünüze</a:t>
            </a:r>
            <a:r>
              <a:rPr lang="en-US" sz="1600" dirty="0"/>
              <a:t> </a:t>
            </a:r>
            <a:r>
              <a:rPr lang="en-US" sz="1600" dirty="0" err="1"/>
              <a:t>bağlanan</a:t>
            </a:r>
            <a:r>
              <a:rPr lang="en-US" sz="1600" dirty="0"/>
              <a:t> </a:t>
            </a:r>
            <a:r>
              <a:rPr lang="en-US" sz="1600" dirty="0" err="1"/>
              <a:t>bir</a:t>
            </a:r>
            <a:r>
              <a:rPr lang="en-US" sz="1600" dirty="0"/>
              <a:t> </a:t>
            </a:r>
            <a:r>
              <a:rPr lang="en-US" sz="1600" dirty="0" err="1"/>
              <a:t>komut</a:t>
            </a:r>
            <a:r>
              <a:rPr lang="en-US" sz="1600" dirty="0"/>
              <a:t> </a:t>
            </a:r>
            <a:r>
              <a:rPr lang="en-US" sz="1600" dirty="0" err="1"/>
              <a:t>dosyası</a:t>
            </a:r>
            <a:r>
              <a:rPr lang="en-US" sz="1600" dirty="0"/>
              <a:t> </a:t>
            </a:r>
            <a:r>
              <a:rPr lang="en-US" sz="1600" dirty="0" err="1"/>
              <a:t>etiketi</a:t>
            </a:r>
            <a:r>
              <a:rPr lang="en-US" sz="1600" dirty="0"/>
              <a:t> </a:t>
            </a:r>
            <a:r>
              <a:rPr lang="en-US" sz="1600" dirty="0" err="1"/>
              <a:t>yer</a:t>
            </a:r>
            <a:r>
              <a:rPr lang="en-US" sz="1600" dirty="0"/>
              <a:t> </a:t>
            </a:r>
            <a:r>
              <a:rPr lang="en-US" sz="1600" dirty="0" err="1"/>
              <a:t>alır</a:t>
            </a:r>
            <a:r>
              <a:rPr lang="en-US" sz="1600" dirty="0"/>
              <a:t>.</a:t>
            </a:r>
          </a:p>
          <a:p>
            <a:r>
              <a:rPr lang="en-US" sz="1600" b="1" dirty="0" err="1"/>
              <a:t>src</a:t>
            </a:r>
            <a:r>
              <a:rPr lang="en-US" sz="1600" b="1" dirty="0"/>
              <a:t>:</a:t>
            </a:r>
            <a:r>
              <a:rPr lang="en-US" sz="1600" dirty="0"/>
              <a:t> React </a:t>
            </a:r>
            <a:r>
              <a:rPr lang="en-US" sz="1600" dirty="0" err="1"/>
              <a:t>uygulamanızı</a:t>
            </a:r>
            <a:r>
              <a:rPr lang="en-US" sz="1600" dirty="0"/>
              <a:t> </a:t>
            </a:r>
            <a:r>
              <a:rPr lang="en-US" sz="1600" dirty="0" err="1"/>
              <a:t>geliştirmek</a:t>
            </a:r>
            <a:r>
              <a:rPr lang="en-US" sz="1600" dirty="0"/>
              <a:t> </a:t>
            </a:r>
            <a:r>
              <a:rPr lang="en-US" sz="1600" dirty="0" err="1"/>
              <a:t>için</a:t>
            </a:r>
            <a:r>
              <a:rPr lang="en-US" sz="1600" dirty="0"/>
              <a:t> </a:t>
            </a:r>
            <a:r>
              <a:rPr lang="en-US" sz="1600" dirty="0" err="1"/>
              <a:t>ihtiyacınız</a:t>
            </a:r>
            <a:r>
              <a:rPr lang="en-US" sz="1600" dirty="0"/>
              <a:t> </a:t>
            </a:r>
            <a:r>
              <a:rPr lang="en-US" sz="1600" dirty="0" err="1"/>
              <a:t>olan</a:t>
            </a:r>
            <a:r>
              <a:rPr lang="en-US" sz="1600" dirty="0"/>
              <a:t> </a:t>
            </a:r>
            <a:r>
              <a:rPr lang="en-US" sz="1600" dirty="0" err="1"/>
              <a:t>herşeyi</a:t>
            </a:r>
            <a:r>
              <a:rPr lang="en-US" sz="1600" dirty="0"/>
              <a:t> </a:t>
            </a:r>
            <a:r>
              <a:rPr lang="en-US" sz="1600" dirty="0" err="1"/>
              <a:t>içeren</a:t>
            </a:r>
            <a:r>
              <a:rPr lang="en-US" sz="1600" dirty="0"/>
              <a:t> </a:t>
            </a:r>
            <a:r>
              <a:rPr lang="en-US" sz="1600" dirty="0" err="1"/>
              <a:t>klasör</a:t>
            </a:r>
            <a:r>
              <a:rPr lang="en-US" sz="1600" dirty="0"/>
              <a:t>.</a:t>
            </a:r>
          </a:p>
          <a:p>
            <a:r>
              <a:rPr lang="en-US" sz="1600" b="1" dirty="0"/>
              <a:t>assets: </a:t>
            </a:r>
            <a:r>
              <a:rPr lang="en-US" sz="1600" dirty="0"/>
              <a:t> </a:t>
            </a:r>
            <a:r>
              <a:rPr lang="en-US" sz="1600" dirty="0" err="1"/>
              <a:t>uygulama</a:t>
            </a:r>
            <a:r>
              <a:rPr lang="en-US" sz="1600" dirty="0"/>
              <a:t> </a:t>
            </a:r>
            <a:r>
              <a:rPr lang="en-US" sz="1600" dirty="0" err="1"/>
              <a:t>içi</a:t>
            </a:r>
            <a:r>
              <a:rPr lang="en-US" sz="1600" dirty="0"/>
              <a:t> </a:t>
            </a:r>
            <a:r>
              <a:rPr lang="en-US" sz="1600" dirty="0" err="1"/>
              <a:t>resimler</a:t>
            </a:r>
            <a:r>
              <a:rPr lang="en-US" sz="1600" dirty="0"/>
              <a:t>, </a:t>
            </a:r>
            <a:r>
              <a:rPr lang="en-US" sz="1600" dirty="0" err="1"/>
              <a:t>ikonlar</a:t>
            </a:r>
            <a:r>
              <a:rPr lang="en-US" sz="1600" dirty="0"/>
              <a:t>, </a:t>
            </a:r>
            <a:r>
              <a:rPr lang="en-US" sz="1600" dirty="0" err="1"/>
              <a:t>fontlar</a:t>
            </a:r>
            <a:r>
              <a:rPr lang="en-US" sz="1600" dirty="0"/>
              <a:t>, </a:t>
            </a:r>
            <a:r>
              <a:rPr lang="en-US" sz="1600" dirty="0" err="1"/>
              <a:t>küçük</a:t>
            </a:r>
            <a:r>
              <a:rPr lang="en-US" sz="1600" dirty="0"/>
              <a:t> JSON/CSV; </a:t>
            </a:r>
            <a:r>
              <a:rPr lang="en-US" sz="1600" dirty="0" err="1"/>
              <a:t>değişikliklerde</a:t>
            </a:r>
            <a:r>
              <a:rPr lang="en-US" sz="1600" dirty="0"/>
              <a:t> cache </a:t>
            </a:r>
            <a:r>
              <a:rPr lang="en-US" sz="1600" dirty="0" err="1"/>
              <a:t>problemi</a:t>
            </a:r>
            <a:r>
              <a:rPr lang="en-US" sz="1600" dirty="0"/>
              <a:t> </a:t>
            </a:r>
            <a:r>
              <a:rPr lang="en-US" sz="1600" dirty="0" err="1"/>
              <a:t>yaşamak</a:t>
            </a:r>
            <a:r>
              <a:rPr lang="en-US" sz="1600" dirty="0"/>
              <a:t> </a:t>
            </a:r>
            <a:r>
              <a:rPr lang="en-US" sz="1600" dirty="0" err="1"/>
              <a:t>istemiyorsanız</a:t>
            </a:r>
            <a:r>
              <a:rPr lang="en-US" sz="1600" dirty="0"/>
              <a:t> </a:t>
            </a:r>
            <a:r>
              <a:rPr lang="en-US" sz="1600" dirty="0" err="1"/>
              <a:t>burayı</a:t>
            </a:r>
            <a:r>
              <a:rPr lang="en-US" sz="1600" dirty="0"/>
              <a:t> </a:t>
            </a:r>
            <a:r>
              <a:rPr lang="en-US" sz="1600" dirty="0" err="1"/>
              <a:t>kullanın</a:t>
            </a:r>
            <a:r>
              <a:rPr lang="en-US" sz="16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988A8A-4000-F33F-9C91-A7CE579D0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524" y="5178605"/>
            <a:ext cx="3688220" cy="11735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6DF7C7-5B13-F46F-513A-8F29A4B0168D}"/>
              </a:ext>
            </a:extLst>
          </p:cNvPr>
          <p:cNvSpPr txBox="1"/>
          <p:nvPr/>
        </p:nvSpPr>
        <p:spPr>
          <a:xfrm>
            <a:off x="5190744" y="5118280"/>
            <a:ext cx="2514600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/>
              <a:t>Sunucunun otomatik başlaması için </a:t>
            </a:r>
            <a:r>
              <a:rPr lang="tr-TR" sz="1500" dirty="0" err="1"/>
              <a:t>vite.config.js</a:t>
            </a:r>
            <a:r>
              <a:rPr lang="tr-TR" sz="1500" dirty="0"/>
              <a:t> içerisinde </a:t>
            </a:r>
          </a:p>
          <a:p>
            <a:r>
              <a:rPr lang="tr-TR" sz="1500" b="1" dirty="0"/>
              <a:t>server: {</a:t>
            </a:r>
            <a:r>
              <a:rPr lang="tr-TR" sz="1500" b="1" dirty="0" err="1"/>
              <a:t>open:true</a:t>
            </a:r>
            <a:r>
              <a:rPr lang="tr-TR" sz="15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67052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6400800" cy="553998"/>
          </a:xfrm>
        </p:spPr>
        <p:txBody>
          <a:bodyPr/>
          <a:lstStyle/>
          <a:p>
            <a:r>
              <a:rPr lang="tr-TR" dirty="0"/>
              <a:t>Dosya Yapısı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1700" b="1" dirty="0" err="1"/>
              <a:t>App.jsx</a:t>
            </a:r>
            <a:r>
              <a:rPr lang="en-US" sz="1700" b="1" dirty="0"/>
              <a:t>: </a:t>
            </a:r>
            <a:r>
              <a:rPr lang="en-US" sz="1700" dirty="0" err="1"/>
              <a:t>Uygulamanızı</a:t>
            </a:r>
            <a:r>
              <a:rPr lang="en-US" sz="1700" dirty="0"/>
              <a:t> </a:t>
            </a:r>
            <a:r>
              <a:rPr lang="en-US" sz="1700" dirty="0" err="1"/>
              <a:t>kurgulayacağınız</a:t>
            </a:r>
            <a:r>
              <a:rPr lang="en-US" sz="1700" dirty="0"/>
              <a:t>, </a:t>
            </a:r>
            <a:r>
              <a:rPr lang="en-US" sz="1700" dirty="0" err="1"/>
              <a:t>ilerleyen</a:t>
            </a:r>
            <a:r>
              <a:rPr lang="en-US" sz="1700" dirty="0"/>
              <a:t> </a:t>
            </a:r>
            <a:r>
              <a:rPr lang="en-US" sz="1700" dirty="0" err="1"/>
              <a:t>aşamalarda</a:t>
            </a:r>
            <a:r>
              <a:rPr lang="en-US" sz="1700" dirty="0"/>
              <a:t> </a:t>
            </a:r>
            <a:r>
              <a:rPr lang="en-US" sz="1700" dirty="0" err="1"/>
              <a:t>bileşenlerinizi</a:t>
            </a:r>
            <a:r>
              <a:rPr lang="en-US" sz="1700" dirty="0"/>
              <a:t> </a:t>
            </a:r>
            <a:r>
              <a:rPr lang="en-US" sz="1700" dirty="0" err="1"/>
              <a:t>ekleyeceğiniz</a:t>
            </a:r>
            <a:r>
              <a:rPr lang="en-US" sz="1700" dirty="0"/>
              <a:t> </a:t>
            </a:r>
            <a:r>
              <a:rPr lang="en-US" sz="1700" dirty="0" err="1"/>
              <a:t>dosya</a:t>
            </a:r>
            <a:r>
              <a:rPr lang="en-US" sz="1700" dirty="0"/>
              <a:t>.</a:t>
            </a:r>
          </a:p>
          <a:p>
            <a:r>
              <a:rPr lang="en-US" sz="1700" b="1" dirty="0" err="1"/>
              <a:t>main.jsx</a:t>
            </a:r>
            <a:r>
              <a:rPr lang="en-US" sz="1700" b="1" dirty="0"/>
              <a:t>: </a:t>
            </a:r>
            <a:r>
              <a:rPr lang="en-US" sz="1700" dirty="0"/>
              <a:t>React </a:t>
            </a:r>
            <a:r>
              <a:rPr lang="en-US" sz="1700" dirty="0" err="1"/>
              <a:t>dünyasına</a:t>
            </a:r>
            <a:r>
              <a:rPr lang="en-US" sz="1700" dirty="0"/>
              <a:t> </a:t>
            </a:r>
            <a:r>
              <a:rPr lang="en-US" sz="1700" dirty="0" err="1"/>
              <a:t>giriş</a:t>
            </a:r>
            <a:r>
              <a:rPr lang="en-US" sz="1700" dirty="0"/>
              <a:t> </a:t>
            </a:r>
            <a:r>
              <a:rPr lang="en-US" sz="1700" dirty="0" err="1"/>
              <a:t>dosyası</a:t>
            </a:r>
            <a:r>
              <a:rPr lang="en-US" sz="1700" dirty="0"/>
              <a:t>. </a:t>
            </a:r>
          </a:p>
          <a:p>
            <a:r>
              <a:rPr lang="en-US" sz="1700" b="1" dirty="0" err="1"/>
              <a:t>index.css</a:t>
            </a:r>
            <a:r>
              <a:rPr lang="en-US" sz="1700" b="1" dirty="0"/>
              <a:t>, </a:t>
            </a:r>
            <a:r>
              <a:rPr lang="en-US" sz="1700" b="1" dirty="0" err="1"/>
              <a:t>App.css</a:t>
            </a:r>
            <a:r>
              <a:rPr lang="en-US" sz="1700" b="1" dirty="0"/>
              <a:t>: </a:t>
            </a:r>
            <a:r>
              <a:rPr lang="en-US" sz="1700" dirty="0" err="1"/>
              <a:t>Uygulamanıza</a:t>
            </a:r>
            <a:r>
              <a:rPr lang="en-US" sz="1700" dirty="0"/>
              <a:t> </a:t>
            </a:r>
            <a:r>
              <a:rPr lang="en-US" sz="1700" dirty="0" err="1"/>
              <a:t>ve</a:t>
            </a:r>
            <a:r>
              <a:rPr lang="en-US" sz="1700" dirty="0"/>
              <a:t> </a:t>
            </a:r>
            <a:r>
              <a:rPr lang="en-US" sz="1700" dirty="0" err="1"/>
              <a:t>bileşenlerinize</a:t>
            </a:r>
            <a:r>
              <a:rPr lang="en-US" sz="1700" dirty="0"/>
              <a:t> </a:t>
            </a:r>
            <a:r>
              <a:rPr lang="en-US" sz="1700" dirty="0" err="1"/>
              <a:t>stil</a:t>
            </a:r>
            <a:r>
              <a:rPr lang="en-US" sz="1700" dirty="0"/>
              <a:t> </a:t>
            </a:r>
            <a:r>
              <a:rPr lang="en-US" sz="1700" dirty="0" err="1"/>
              <a:t>vermenizi</a:t>
            </a:r>
            <a:r>
              <a:rPr lang="en-US" sz="1700" dirty="0"/>
              <a:t> </a:t>
            </a:r>
            <a:r>
              <a:rPr lang="en-US" sz="1700" dirty="0" err="1"/>
              <a:t>sağlayacak</a:t>
            </a:r>
            <a:r>
              <a:rPr lang="en-US" sz="1700" dirty="0"/>
              <a:t> </a:t>
            </a:r>
            <a:r>
              <a:rPr lang="en-US" sz="1700" dirty="0" err="1"/>
              <a:t>dosyalar</a:t>
            </a:r>
            <a:r>
              <a:rPr lang="en-US" sz="1700" dirty="0"/>
              <a:t>.</a:t>
            </a:r>
          </a:p>
          <a:p>
            <a:r>
              <a:rPr lang="en-US" sz="1700" b="1" dirty="0" err="1"/>
              <a:t>Eslint.config.js</a:t>
            </a:r>
            <a:r>
              <a:rPr lang="en-US" sz="1700" b="1" dirty="0"/>
              <a:t>: </a:t>
            </a:r>
            <a:r>
              <a:rPr lang="en-US" sz="1700" dirty="0" err="1"/>
              <a:t>Projedeki</a:t>
            </a:r>
            <a:r>
              <a:rPr lang="en-US" sz="1700" dirty="0"/>
              <a:t> JavaScript/JSX/TS </a:t>
            </a:r>
            <a:r>
              <a:rPr lang="en-US" sz="1700" dirty="0" err="1"/>
              <a:t>koduna</a:t>
            </a:r>
            <a:r>
              <a:rPr lang="en-US" sz="1700" dirty="0"/>
              <a:t> </a:t>
            </a:r>
            <a:r>
              <a:rPr lang="en-US" sz="1700" dirty="0" err="1"/>
              <a:t>ESLint</a:t>
            </a:r>
            <a:r>
              <a:rPr lang="en-US" sz="1700" dirty="0"/>
              <a:t> </a:t>
            </a:r>
            <a:r>
              <a:rPr lang="en-US" sz="1700" dirty="0" err="1"/>
              <a:t>kurallarını</a:t>
            </a:r>
            <a:r>
              <a:rPr lang="en-US" sz="1700" dirty="0"/>
              <a:t> </a:t>
            </a:r>
            <a:r>
              <a:rPr lang="en-US" sz="1700" dirty="0" err="1"/>
              <a:t>uygular</a:t>
            </a:r>
            <a:r>
              <a:rPr lang="en-US" sz="1700" dirty="0"/>
              <a:t>; </a:t>
            </a:r>
            <a:r>
              <a:rPr lang="en-US" sz="1700" dirty="0" err="1"/>
              <a:t>biçim</a:t>
            </a:r>
            <a:r>
              <a:rPr lang="en-US" sz="1700" dirty="0"/>
              <a:t>, </a:t>
            </a:r>
            <a:r>
              <a:rPr lang="en-US" sz="1700" dirty="0" err="1"/>
              <a:t>hatalar</a:t>
            </a:r>
            <a:r>
              <a:rPr lang="en-US" sz="1700" dirty="0"/>
              <a:t> </a:t>
            </a:r>
            <a:r>
              <a:rPr lang="en-US" sz="1700" dirty="0" err="1"/>
              <a:t>ve</a:t>
            </a:r>
            <a:r>
              <a:rPr lang="en-US" sz="1700" dirty="0"/>
              <a:t> </a:t>
            </a:r>
            <a:r>
              <a:rPr lang="en-US" sz="1700" dirty="0" err="1"/>
              <a:t>kötü</a:t>
            </a:r>
            <a:r>
              <a:rPr lang="en-US" sz="1700" dirty="0"/>
              <a:t> </a:t>
            </a:r>
            <a:r>
              <a:rPr lang="en-US" sz="1700" dirty="0" err="1"/>
              <a:t>pratikleri</a:t>
            </a:r>
            <a:r>
              <a:rPr lang="en-US" sz="1700" dirty="0"/>
              <a:t> </a:t>
            </a:r>
            <a:r>
              <a:rPr lang="en-US" sz="1700" dirty="0" err="1"/>
              <a:t>yakalar</a:t>
            </a:r>
            <a:r>
              <a:rPr lang="en-US" sz="1700" dirty="0"/>
              <a:t>. </a:t>
            </a:r>
            <a:r>
              <a:rPr lang="en-US" sz="1700" dirty="0" err="1"/>
              <a:t>Kod</a:t>
            </a:r>
            <a:r>
              <a:rPr lang="en-US" sz="1700" dirty="0"/>
              <a:t> </a:t>
            </a:r>
            <a:r>
              <a:rPr lang="en-US" sz="1700" dirty="0" err="1"/>
              <a:t>kalitesini</a:t>
            </a:r>
            <a:r>
              <a:rPr lang="en-US" sz="1700" dirty="0"/>
              <a:t> </a:t>
            </a:r>
            <a:r>
              <a:rPr lang="en-US" sz="1700" dirty="0" err="1"/>
              <a:t>yükseltir</a:t>
            </a:r>
            <a:r>
              <a:rPr lang="en-US" sz="1700" dirty="0"/>
              <a:t> </a:t>
            </a:r>
            <a:r>
              <a:rPr lang="en-US" sz="1700" dirty="0" err="1"/>
              <a:t>ve</a:t>
            </a:r>
            <a:r>
              <a:rPr lang="en-US" sz="1700" dirty="0"/>
              <a:t> </a:t>
            </a:r>
            <a:r>
              <a:rPr lang="en-US" sz="1700" dirty="0" err="1"/>
              <a:t>tutarlı</a:t>
            </a:r>
            <a:r>
              <a:rPr lang="en-US" sz="1700" dirty="0"/>
              <a:t> </a:t>
            </a:r>
            <a:r>
              <a:rPr lang="en-US" sz="1700" dirty="0" err="1"/>
              <a:t>stil</a:t>
            </a:r>
            <a:r>
              <a:rPr lang="en-US" sz="1700" dirty="0"/>
              <a:t> </a:t>
            </a:r>
            <a:r>
              <a:rPr lang="en-US" sz="1700" dirty="0" err="1"/>
              <a:t>sağlar</a:t>
            </a:r>
            <a:r>
              <a:rPr lang="en-US" sz="1700" dirty="0"/>
              <a:t>. </a:t>
            </a:r>
            <a:r>
              <a:rPr lang="en-US" sz="1700" dirty="0" err="1"/>
              <a:t>Potansiyel</a:t>
            </a:r>
            <a:r>
              <a:rPr lang="en-US" sz="1700" dirty="0"/>
              <a:t> </a:t>
            </a:r>
            <a:r>
              <a:rPr lang="en-US" sz="1700" dirty="0" err="1"/>
              <a:t>hataları</a:t>
            </a:r>
            <a:r>
              <a:rPr lang="en-US" sz="1700" dirty="0"/>
              <a:t> (</a:t>
            </a:r>
            <a:r>
              <a:rPr lang="en-US" sz="1700" dirty="0" err="1"/>
              <a:t>ör</a:t>
            </a:r>
            <a:r>
              <a:rPr lang="en-US" sz="1700" dirty="0"/>
              <a:t>. unused variables, undefined references) </a:t>
            </a:r>
            <a:r>
              <a:rPr lang="en-US" sz="1700" dirty="0" err="1"/>
              <a:t>erken</a:t>
            </a:r>
            <a:r>
              <a:rPr lang="en-US" sz="1700" dirty="0"/>
              <a:t> </a:t>
            </a:r>
            <a:r>
              <a:rPr lang="en-US" sz="1700" dirty="0" err="1"/>
              <a:t>yakalar</a:t>
            </a:r>
            <a:r>
              <a:rPr lang="en-US" sz="1700" dirty="0"/>
              <a:t>.</a:t>
            </a:r>
          </a:p>
          <a:p>
            <a:r>
              <a:rPr lang="en-US" sz="1700" dirty="0"/>
              <a:t>package-</a:t>
            </a:r>
            <a:r>
              <a:rPr lang="en-US" sz="1700" dirty="0" err="1"/>
              <a:t>lock.json</a:t>
            </a:r>
            <a:r>
              <a:rPr lang="en-US" sz="1700" dirty="0"/>
              <a:t> </a:t>
            </a:r>
            <a:r>
              <a:rPr lang="en-US" sz="1700" dirty="0" err="1"/>
              <a:t>dosyası</a:t>
            </a:r>
            <a:r>
              <a:rPr lang="en-US" sz="1700" dirty="0"/>
              <a:t>, </a:t>
            </a:r>
            <a:r>
              <a:rPr lang="en-US" sz="1700" dirty="0" err="1"/>
              <a:t>proje</a:t>
            </a:r>
            <a:r>
              <a:rPr lang="en-US" sz="1700" dirty="0"/>
              <a:t> </a:t>
            </a:r>
            <a:r>
              <a:rPr lang="en-US" sz="1700" dirty="0" err="1"/>
              <a:t>için</a:t>
            </a:r>
            <a:r>
              <a:rPr lang="en-US" sz="1700" dirty="0"/>
              <a:t> </a:t>
            </a:r>
            <a:r>
              <a:rPr lang="en-US" sz="1700" dirty="0" err="1"/>
              <a:t>bağımlılıkların</a:t>
            </a:r>
            <a:r>
              <a:rPr lang="en-US" sz="1700" dirty="0"/>
              <a:t> tam </a:t>
            </a:r>
            <a:r>
              <a:rPr lang="en-US" sz="1700" dirty="0" err="1"/>
              <a:t>sürümlerini</a:t>
            </a:r>
            <a:r>
              <a:rPr lang="en-US" sz="1700" dirty="0"/>
              <a:t> (</a:t>
            </a:r>
            <a:r>
              <a:rPr lang="en-US" sz="1700" dirty="0" err="1"/>
              <a:t>ve</a:t>
            </a:r>
            <a:r>
              <a:rPr lang="en-US" sz="1700" dirty="0"/>
              <a:t> alt </a:t>
            </a:r>
            <a:r>
              <a:rPr lang="en-US" sz="1700" dirty="0" err="1"/>
              <a:t>bağımlılıkların</a:t>
            </a:r>
            <a:r>
              <a:rPr lang="en-US" sz="1700" dirty="0"/>
              <a:t> </a:t>
            </a:r>
            <a:r>
              <a:rPr lang="en-US" sz="1700" dirty="0" err="1"/>
              <a:t>sürümlerini</a:t>
            </a:r>
            <a:r>
              <a:rPr lang="en-US" sz="1700" dirty="0"/>
              <a:t>) </a:t>
            </a:r>
            <a:r>
              <a:rPr lang="en-US" sz="1700" dirty="0" err="1"/>
              <a:t>kilitler</a:t>
            </a:r>
            <a:r>
              <a:rPr lang="en-US" sz="1700" dirty="0"/>
              <a:t>. Amaç: her </a:t>
            </a:r>
            <a:r>
              <a:rPr lang="en-US" sz="1700" dirty="0" err="1"/>
              <a:t>makinede</a:t>
            </a:r>
            <a:r>
              <a:rPr lang="en-US" sz="1700" dirty="0"/>
              <a:t> </a:t>
            </a:r>
            <a:r>
              <a:rPr lang="en-US" sz="1700" dirty="0" err="1"/>
              <a:t>ve</a:t>
            </a:r>
            <a:r>
              <a:rPr lang="en-US" sz="1700" dirty="0"/>
              <a:t> CI </a:t>
            </a:r>
            <a:r>
              <a:rPr lang="en-US" sz="1700" dirty="0" err="1"/>
              <a:t>ortamında</a:t>
            </a:r>
            <a:r>
              <a:rPr lang="en-US" sz="1700" dirty="0"/>
              <a:t> </a:t>
            </a:r>
            <a:r>
              <a:rPr lang="en-US" sz="1700" dirty="0" err="1"/>
              <a:t>aynı</a:t>
            </a:r>
            <a:r>
              <a:rPr lang="en-US" sz="1700" dirty="0"/>
              <a:t> </a:t>
            </a:r>
            <a:r>
              <a:rPr lang="en-US" sz="1700" dirty="0" err="1"/>
              <a:t>bağımlılık</a:t>
            </a:r>
            <a:r>
              <a:rPr lang="en-US" sz="1700" dirty="0"/>
              <a:t> </a:t>
            </a:r>
            <a:r>
              <a:rPr lang="en-US" sz="1700" dirty="0" err="1"/>
              <a:t>ağacının</a:t>
            </a:r>
            <a:r>
              <a:rPr lang="en-US" sz="1700" dirty="0"/>
              <a:t> </a:t>
            </a:r>
            <a:r>
              <a:rPr lang="en-US" sz="1700" dirty="0" err="1"/>
              <a:t>tekrar</a:t>
            </a:r>
            <a:r>
              <a:rPr lang="en-US" sz="1700" dirty="0"/>
              <a:t> </a:t>
            </a:r>
            <a:r>
              <a:rPr lang="en-US" sz="1700" dirty="0" err="1"/>
              <a:t>oluşturulmasını</a:t>
            </a:r>
            <a:r>
              <a:rPr lang="en-US" sz="1700" dirty="0"/>
              <a:t> </a:t>
            </a:r>
            <a:r>
              <a:rPr lang="en-US" sz="1700" dirty="0" err="1"/>
              <a:t>sağlamak</a:t>
            </a:r>
            <a:r>
              <a:rPr lang="en-US" sz="1700" dirty="0"/>
              <a:t> — </a:t>
            </a:r>
            <a:r>
              <a:rPr lang="en-US" sz="1700" dirty="0" err="1"/>
              <a:t>yani</a:t>
            </a:r>
            <a:r>
              <a:rPr lang="en-US" sz="1700" dirty="0"/>
              <a:t> </a:t>
            </a:r>
            <a:r>
              <a:rPr lang="en-US" sz="1700" dirty="0" err="1"/>
              <a:t>tekrarlanabilir</a:t>
            </a:r>
            <a:r>
              <a:rPr lang="en-US" sz="1700" dirty="0"/>
              <a:t> (deterministic) </a:t>
            </a:r>
            <a:r>
              <a:rPr lang="en-US" sz="1700" dirty="0" err="1"/>
              <a:t>kurulum</a:t>
            </a:r>
            <a:r>
              <a:rPr lang="en-US" sz="1700" dirty="0"/>
              <a:t>.</a:t>
            </a:r>
          </a:p>
          <a:p>
            <a:r>
              <a:rPr lang="en-US" sz="1700" dirty="0" err="1"/>
              <a:t>Projenize</a:t>
            </a:r>
            <a:r>
              <a:rPr lang="en-US" sz="1700" dirty="0"/>
              <a:t> </a:t>
            </a:r>
            <a:r>
              <a:rPr lang="en-US" sz="1700" dirty="0" err="1"/>
              <a:t>özgü</a:t>
            </a:r>
            <a:r>
              <a:rPr lang="en-US" sz="1700" dirty="0"/>
              <a:t> </a:t>
            </a:r>
            <a:r>
              <a:rPr lang="en-US" sz="1700" dirty="0" err="1"/>
              <a:t>tüm</a:t>
            </a:r>
            <a:r>
              <a:rPr lang="en-US" sz="1700" dirty="0"/>
              <a:t> </a:t>
            </a:r>
            <a:r>
              <a:rPr lang="en-US" sz="1700" dirty="0" err="1"/>
              <a:t>skriptler</a:t>
            </a:r>
            <a:r>
              <a:rPr lang="en-US" sz="1700" dirty="0"/>
              <a:t> </a:t>
            </a:r>
            <a:r>
              <a:rPr lang="en-US" sz="1700" dirty="0" err="1"/>
              <a:t>package.json</a:t>
            </a:r>
            <a:r>
              <a:rPr lang="en-US" sz="1700" dirty="0"/>
              <a:t> </a:t>
            </a:r>
            <a:r>
              <a:rPr lang="en-US" sz="1700" dirty="0" err="1"/>
              <a:t>dosyasında</a:t>
            </a:r>
            <a:r>
              <a:rPr lang="en-US" sz="1700" dirty="0"/>
              <a:t> </a:t>
            </a:r>
            <a:r>
              <a:rPr lang="en-US" sz="1700" dirty="0" err="1"/>
              <a:t>yer</a:t>
            </a:r>
            <a:r>
              <a:rPr lang="en-US" sz="1700" dirty="0"/>
              <a:t> </a:t>
            </a:r>
            <a:r>
              <a:rPr lang="en-US" sz="1700" dirty="0" err="1"/>
              <a:t>alır</a:t>
            </a:r>
            <a:r>
              <a:rPr lang="en-US" sz="1700" dirty="0"/>
              <a:t>. </a:t>
            </a:r>
            <a:r>
              <a:rPr lang="en-US" sz="1700" dirty="0" err="1"/>
              <a:t>Tüm</a:t>
            </a:r>
            <a:r>
              <a:rPr lang="en-US" sz="1700" dirty="0"/>
              <a:t> </a:t>
            </a:r>
            <a:r>
              <a:rPr lang="en-US" sz="1700" dirty="0" err="1"/>
              <a:t>skriptler</a:t>
            </a:r>
            <a:r>
              <a:rPr lang="en-US" sz="1700" dirty="0"/>
              <a:t> “</a:t>
            </a:r>
            <a:r>
              <a:rPr lang="en-US" sz="1700" dirty="0" err="1"/>
              <a:t>npm</a:t>
            </a:r>
            <a:r>
              <a:rPr lang="en-US" sz="1700" dirty="0"/>
              <a:t> run” </a:t>
            </a:r>
            <a:r>
              <a:rPr lang="en-US" sz="1700" dirty="0" err="1"/>
              <a:t>komutu</a:t>
            </a:r>
            <a:r>
              <a:rPr lang="en-US" sz="1700" dirty="0"/>
              <a:t> </a:t>
            </a:r>
            <a:r>
              <a:rPr lang="en-US" sz="1700" dirty="0" err="1"/>
              <a:t>ile</a:t>
            </a:r>
            <a:r>
              <a:rPr lang="en-US" sz="1700" dirty="0"/>
              <a:t> </a:t>
            </a:r>
            <a:r>
              <a:rPr lang="en-US" sz="1700" dirty="0" err="1"/>
              <a:t>çalıştırılır</a:t>
            </a:r>
            <a:r>
              <a:rPr lang="en-US" sz="1700" dirty="0"/>
              <a:t>.</a:t>
            </a:r>
          </a:p>
          <a:p>
            <a:pPr lvl="1"/>
            <a:r>
              <a:rPr lang="en-US" sz="1500" b="1" dirty="0" err="1"/>
              <a:t>npm</a:t>
            </a:r>
            <a:r>
              <a:rPr lang="en-US" sz="1500" b="1" dirty="0"/>
              <a:t> run dev: </a:t>
            </a:r>
            <a:r>
              <a:rPr lang="en-US" sz="1500" dirty="0" err="1"/>
              <a:t>Uygulamayı</a:t>
            </a:r>
            <a:r>
              <a:rPr lang="en-US" sz="1500" dirty="0"/>
              <a:t> </a:t>
            </a:r>
            <a:r>
              <a:rPr lang="en-US" sz="1500" dirty="0" err="1"/>
              <a:t>tarayıcıda</a:t>
            </a:r>
            <a:r>
              <a:rPr lang="en-US" sz="1500" dirty="0"/>
              <a:t> </a:t>
            </a:r>
            <a:r>
              <a:rPr lang="en-US" sz="1500" dirty="0" err="1"/>
              <a:t>lokal</a:t>
            </a:r>
            <a:r>
              <a:rPr lang="en-US" sz="1500" dirty="0"/>
              <a:t> </a:t>
            </a:r>
            <a:r>
              <a:rPr lang="en-US" sz="1500" dirty="0" err="1"/>
              <a:t>olarak</a:t>
            </a:r>
            <a:r>
              <a:rPr lang="en-US" sz="1500" dirty="0"/>
              <a:t> </a:t>
            </a:r>
            <a:r>
              <a:rPr lang="en-US" sz="1500" dirty="0" err="1"/>
              <a:t>çalıştırır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 err="1"/>
              <a:t>npm</a:t>
            </a:r>
            <a:r>
              <a:rPr lang="en-US" sz="1500" b="1" dirty="0"/>
              <a:t> run build: </a:t>
            </a:r>
            <a:r>
              <a:rPr lang="en-US" sz="1500" dirty="0" err="1"/>
              <a:t>Uygulamayı</a:t>
            </a:r>
            <a:r>
              <a:rPr lang="en-US" sz="1500" dirty="0"/>
              <a:t> </a:t>
            </a:r>
            <a:r>
              <a:rPr lang="en-US" sz="1500" dirty="0" err="1"/>
              <a:t>üretim</a:t>
            </a:r>
            <a:r>
              <a:rPr lang="en-US" sz="1500" dirty="0"/>
              <a:t> </a:t>
            </a:r>
            <a:r>
              <a:rPr lang="en-US" sz="1500" dirty="0" err="1"/>
              <a:t>ortamı</a:t>
            </a:r>
            <a:r>
              <a:rPr lang="en-US" sz="1500" dirty="0"/>
              <a:t>/production </a:t>
            </a:r>
            <a:r>
              <a:rPr lang="en-US" sz="1500" dirty="0" err="1"/>
              <a:t>için</a:t>
            </a:r>
            <a:r>
              <a:rPr lang="en-US" sz="1500" dirty="0"/>
              <a:t> </a:t>
            </a:r>
            <a:r>
              <a:rPr lang="en-US" sz="1500" dirty="0" err="1"/>
              <a:t>derler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 err="1"/>
              <a:t>npm</a:t>
            </a:r>
            <a:r>
              <a:rPr lang="en-US" sz="1500" b="1" dirty="0"/>
              <a:t> run preview: </a:t>
            </a:r>
            <a:r>
              <a:rPr lang="en-US" sz="1500" dirty="0" err="1"/>
              <a:t>Uygulamayı</a:t>
            </a:r>
            <a:r>
              <a:rPr lang="en-US" sz="1500" dirty="0"/>
              <a:t> test </a:t>
            </a:r>
            <a:r>
              <a:rPr lang="en-US" sz="1500" dirty="0" err="1"/>
              <a:t>etmenizi</a:t>
            </a:r>
            <a:r>
              <a:rPr lang="en-US" sz="1500" dirty="0"/>
              <a:t> </a:t>
            </a:r>
            <a:r>
              <a:rPr lang="en-US" sz="1500" dirty="0" err="1"/>
              <a:t>sağlar</a:t>
            </a:r>
            <a:r>
              <a:rPr lang="en-US" sz="1500" dirty="0"/>
              <a:t>. </a:t>
            </a:r>
            <a:r>
              <a:rPr lang="en-US" sz="1500" dirty="0" err="1"/>
              <a:t>Önce</a:t>
            </a:r>
            <a:r>
              <a:rPr lang="en-US" sz="1500" dirty="0"/>
              <a:t> “</a:t>
            </a:r>
            <a:r>
              <a:rPr lang="en-US" sz="1500" dirty="0" err="1"/>
              <a:t>npm</a:t>
            </a:r>
            <a:r>
              <a:rPr lang="en-US" sz="1500" dirty="0"/>
              <a:t> run build” </a:t>
            </a:r>
            <a:r>
              <a:rPr lang="en-US" sz="1500" dirty="0" err="1"/>
              <a:t>komutunun</a:t>
            </a:r>
            <a:r>
              <a:rPr lang="en-US" sz="1500" dirty="0"/>
              <a:t> </a:t>
            </a:r>
            <a:r>
              <a:rPr lang="en-US" sz="1500" dirty="0" err="1"/>
              <a:t>çalıştırılması</a:t>
            </a:r>
            <a:r>
              <a:rPr lang="en-US" sz="1500" dirty="0"/>
              <a:t> </a:t>
            </a:r>
            <a:r>
              <a:rPr lang="en-US" sz="1500" dirty="0" err="1"/>
              <a:t>gerekir</a:t>
            </a:r>
            <a:r>
              <a:rPr lang="en-US" sz="1500" dirty="0"/>
              <a:t>.</a:t>
            </a:r>
          </a:p>
          <a:p>
            <a:pPr lvl="1"/>
            <a:endParaRPr lang="en-US" sz="1700" dirty="0"/>
          </a:p>
          <a:p>
            <a:pPr lvl="1"/>
            <a:endParaRPr lang="en-US" sz="1700" dirty="0"/>
          </a:p>
          <a:p>
            <a:endParaRPr lang="en-US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1150948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B061B-DF4B-C485-C987-27E058BE5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74606F-6AA0-9BFA-9E4B-D229CD1A1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81077"/>
            <a:ext cx="6400800" cy="553998"/>
          </a:xfrm>
        </p:spPr>
        <p:txBody>
          <a:bodyPr/>
          <a:lstStyle/>
          <a:p>
            <a:r>
              <a:rPr lang="tr-TR" dirty="0"/>
              <a:t>Dosya Yapısı</a:t>
            </a:r>
          </a:p>
        </p:txBody>
      </p:sp>
      <p:sp>
        <p:nvSpPr>
          <p:cNvPr id="5" name="Shape 267">
            <a:extLst>
              <a:ext uri="{FF2B5EF4-FFF2-40B4-BE49-F238E27FC236}">
                <a16:creationId xmlns:a16="http://schemas.microsoft.com/office/drawing/2014/main" id="{6BCAB04A-A84C-9D45-33A8-688EB7501BF8}"/>
              </a:ext>
            </a:extLst>
          </p:cNvPr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947B8-CB1F-C3EC-E175-8E259462D2F9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3EAE72-25FE-1578-A31D-475507935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56" y="1481908"/>
            <a:ext cx="4368800" cy="2139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96A78E-1298-4348-E75A-312F477FB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10" y="4194017"/>
            <a:ext cx="4807710" cy="13675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3BF444-6411-53C6-B7A0-8E1992F103EA}"/>
              </a:ext>
            </a:extLst>
          </p:cNvPr>
          <p:cNvSpPr txBox="1"/>
          <p:nvPr/>
        </p:nvSpPr>
        <p:spPr>
          <a:xfrm>
            <a:off x="6205878" y="2286000"/>
            <a:ext cx="25234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/>
              <a:t>index.html</a:t>
            </a:r>
            <a:endParaRPr lang="tr-T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E95429-6B68-21A8-B2AC-D1B91CF0E907}"/>
              </a:ext>
            </a:extLst>
          </p:cNvPr>
          <p:cNvSpPr txBox="1"/>
          <p:nvPr/>
        </p:nvSpPr>
        <p:spPr>
          <a:xfrm>
            <a:off x="6629230" y="4194017"/>
            <a:ext cx="20665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/>
              <a:t>main.jsx</a:t>
            </a:r>
            <a:endParaRPr lang="tr-T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EC5A48-AC30-7036-7575-533DC1988434}"/>
              </a:ext>
            </a:extLst>
          </p:cNvPr>
          <p:cNvSpPr txBox="1"/>
          <p:nvPr/>
        </p:nvSpPr>
        <p:spPr>
          <a:xfrm>
            <a:off x="208473" y="5587401"/>
            <a:ext cx="701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i="0" u="none" strike="noStrike" dirty="0" err="1">
                <a:solidFill>
                  <a:srgbClr val="000000"/>
                </a:solidFill>
                <a:effectLst/>
              </a:rPr>
              <a:t>StrictMode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Uygulamanızı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bu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modda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çalıştırdığınızda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, React,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kodunuzda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bazı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ek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kontroller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yapar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ve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olası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performans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sorunları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eski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kullanım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şekilleri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veya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beklenmeyen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davranışlar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hakkında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sizi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uyarır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6809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7772400" cy="553998"/>
          </a:xfrm>
        </p:spPr>
        <p:txBody>
          <a:bodyPr/>
          <a:lstStyle/>
          <a:p>
            <a:r>
              <a:rPr lang="tr-TR" dirty="0" err="1"/>
              <a:t>Linting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1800" dirty="0"/>
              <a:t>Linting, </a:t>
            </a:r>
            <a:r>
              <a:rPr lang="en-US" sz="1800" dirty="0" err="1"/>
              <a:t>programlama</a:t>
            </a:r>
            <a:r>
              <a:rPr lang="en-US" sz="1800" dirty="0"/>
              <a:t> </a:t>
            </a:r>
            <a:r>
              <a:rPr lang="en-US" sz="1800" dirty="0" err="1"/>
              <a:t>hatalarını</a:t>
            </a:r>
            <a:r>
              <a:rPr lang="en-US" sz="1800" dirty="0"/>
              <a:t>, </a:t>
            </a:r>
            <a:r>
              <a:rPr lang="en-US" sz="1800" dirty="0" err="1"/>
              <a:t>biçimsel</a:t>
            </a:r>
            <a:r>
              <a:rPr lang="en-US" sz="1800" dirty="0"/>
              <a:t> </a:t>
            </a:r>
            <a:r>
              <a:rPr lang="en-US" sz="1800" dirty="0" err="1"/>
              <a:t>hataları</a:t>
            </a:r>
            <a:r>
              <a:rPr lang="en-US" sz="1800" dirty="0"/>
              <a:t> </a:t>
            </a:r>
            <a:r>
              <a:rPr lang="en-US" sz="1800" dirty="0" err="1"/>
              <a:t>ve</a:t>
            </a:r>
            <a:r>
              <a:rPr lang="en-US" sz="1800" dirty="0"/>
              <a:t> </a:t>
            </a:r>
            <a:r>
              <a:rPr lang="en-US" sz="1800" dirty="0" err="1"/>
              <a:t>hataya</a:t>
            </a:r>
            <a:r>
              <a:rPr lang="en-US" sz="1800" dirty="0"/>
              <a:t> </a:t>
            </a:r>
            <a:r>
              <a:rPr lang="en-US" sz="1800" dirty="0" err="1"/>
              <a:t>neden</a:t>
            </a:r>
            <a:r>
              <a:rPr lang="en-US" sz="1800" dirty="0"/>
              <a:t> </a:t>
            </a:r>
            <a:r>
              <a:rPr lang="en-US" sz="1800" dirty="0" err="1"/>
              <a:t>olabilecek</a:t>
            </a:r>
            <a:r>
              <a:rPr lang="en-US" sz="1800" dirty="0"/>
              <a:t> </a:t>
            </a:r>
            <a:r>
              <a:rPr lang="en-US" sz="1800" dirty="0" err="1"/>
              <a:t>şüpheli</a:t>
            </a:r>
            <a:r>
              <a:rPr lang="en-US" sz="1800" dirty="0"/>
              <a:t> </a:t>
            </a:r>
            <a:r>
              <a:rPr lang="en-US" sz="1800" dirty="0" err="1"/>
              <a:t>yapıları</a:t>
            </a:r>
            <a:r>
              <a:rPr lang="en-US" sz="1800" dirty="0"/>
              <a:t> </a:t>
            </a:r>
            <a:r>
              <a:rPr lang="en-US" sz="1800" dirty="0" err="1"/>
              <a:t>işaretlemek</a:t>
            </a:r>
            <a:r>
              <a:rPr lang="en-US" sz="1800" dirty="0"/>
              <a:t> </a:t>
            </a:r>
            <a:r>
              <a:rPr lang="en-US" sz="1800" dirty="0" err="1"/>
              <a:t>için</a:t>
            </a:r>
            <a:r>
              <a:rPr lang="en-US" sz="1800" dirty="0"/>
              <a:t> </a:t>
            </a:r>
            <a:r>
              <a:rPr lang="en-US" sz="1800" dirty="0" err="1"/>
              <a:t>kullanılan</a:t>
            </a:r>
            <a:r>
              <a:rPr lang="en-US" sz="1800" dirty="0"/>
              <a:t> </a:t>
            </a:r>
            <a:r>
              <a:rPr lang="en-US" sz="1800" dirty="0" err="1"/>
              <a:t>bir</a:t>
            </a:r>
            <a:r>
              <a:rPr lang="en-US" sz="1800" dirty="0"/>
              <a:t> </a:t>
            </a:r>
            <a:r>
              <a:rPr lang="en-US" sz="1800" dirty="0" err="1"/>
              <a:t>statik</a:t>
            </a:r>
            <a:r>
              <a:rPr lang="en-US" sz="1800" dirty="0"/>
              <a:t> </a:t>
            </a:r>
            <a:r>
              <a:rPr lang="en-US" sz="1800" dirty="0" err="1"/>
              <a:t>kod</a:t>
            </a:r>
            <a:r>
              <a:rPr lang="en-US" sz="1800" dirty="0"/>
              <a:t> </a:t>
            </a:r>
            <a:r>
              <a:rPr lang="en-US" sz="1800" dirty="0" err="1"/>
              <a:t>analiz</a:t>
            </a:r>
            <a:r>
              <a:rPr lang="en-US" sz="1800" dirty="0"/>
              <a:t> </a:t>
            </a:r>
            <a:r>
              <a:rPr lang="en-US" sz="1800" dirty="0" err="1"/>
              <a:t>aracıdır</a:t>
            </a:r>
            <a:r>
              <a:rPr lang="en-US" sz="1800" dirty="0"/>
              <a:t>.</a:t>
            </a:r>
          </a:p>
          <a:p>
            <a:r>
              <a:rPr lang="en-US" sz="1800" dirty="0" err="1"/>
              <a:t>Sorunları</a:t>
            </a:r>
            <a:r>
              <a:rPr lang="en-US" sz="1800" dirty="0"/>
              <a:t> </a:t>
            </a:r>
            <a:r>
              <a:rPr lang="en-US" sz="1800" dirty="0" err="1"/>
              <a:t>erkenden</a:t>
            </a:r>
            <a:r>
              <a:rPr lang="en-US" sz="1800" dirty="0"/>
              <a:t> </a:t>
            </a:r>
            <a:r>
              <a:rPr lang="en-US" sz="1800" dirty="0" err="1"/>
              <a:t>belirlemeye</a:t>
            </a:r>
            <a:r>
              <a:rPr lang="en-US" sz="1800" dirty="0"/>
              <a:t> </a:t>
            </a:r>
            <a:r>
              <a:rPr lang="en-US" sz="1800" dirty="0" err="1"/>
              <a:t>yardımcı</a:t>
            </a:r>
            <a:r>
              <a:rPr lang="en-US" sz="1800" dirty="0"/>
              <a:t> </a:t>
            </a:r>
            <a:r>
              <a:rPr lang="en-US" sz="1800" dirty="0" err="1"/>
              <a:t>olduğu</a:t>
            </a:r>
            <a:r>
              <a:rPr lang="en-US" sz="1800" dirty="0"/>
              <a:t> </a:t>
            </a:r>
            <a:r>
              <a:rPr lang="en-US" sz="1800" dirty="0" err="1"/>
              <a:t>ve</a:t>
            </a:r>
            <a:r>
              <a:rPr lang="en-US" sz="1800" dirty="0"/>
              <a:t> </a:t>
            </a:r>
            <a:r>
              <a:rPr lang="en-US" sz="1800" dirty="0" err="1"/>
              <a:t>kodun</a:t>
            </a:r>
            <a:r>
              <a:rPr lang="en-US" sz="1800" dirty="0"/>
              <a:t> </a:t>
            </a:r>
            <a:r>
              <a:rPr lang="en-US" sz="1800" dirty="0" err="1"/>
              <a:t>genel</a:t>
            </a:r>
            <a:r>
              <a:rPr lang="en-US" sz="1800" dirty="0"/>
              <a:t> </a:t>
            </a:r>
            <a:r>
              <a:rPr lang="en-US" sz="1800" dirty="0" err="1"/>
              <a:t>kalitesini</a:t>
            </a:r>
            <a:r>
              <a:rPr lang="en-US" sz="1800" dirty="0"/>
              <a:t> </a:t>
            </a:r>
            <a:r>
              <a:rPr lang="en-US" sz="1800" dirty="0" err="1"/>
              <a:t>iyileştirdiği</a:t>
            </a:r>
            <a:r>
              <a:rPr lang="en-US" sz="1800" dirty="0"/>
              <a:t> </a:t>
            </a:r>
            <a:r>
              <a:rPr lang="en-US" sz="1800" dirty="0" err="1"/>
              <a:t>için</a:t>
            </a:r>
            <a:r>
              <a:rPr lang="en-US" sz="1800" dirty="0"/>
              <a:t> </a:t>
            </a:r>
            <a:r>
              <a:rPr lang="en-US" sz="1800" dirty="0" err="1"/>
              <a:t>yazılım</a:t>
            </a:r>
            <a:r>
              <a:rPr lang="en-US" sz="1800" dirty="0"/>
              <a:t> </a:t>
            </a:r>
            <a:r>
              <a:rPr lang="en-US" sz="1800" dirty="0" err="1"/>
              <a:t>geliştirme</a:t>
            </a:r>
            <a:r>
              <a:rPr lang="en-US" sz="1800" dirty="0"/>
              <a:t> </a:t>
            </a:r>
            <a:r>
              <a:rPr lang="en-US" sz="1800" dirty="0" err="1"/>
              <a:t>döngüsünde</a:t>
            </a:r>
            <a:r>
              <a:rPr lang="en-US" sz="1800" dirty="0"/>
              <a:t> </a:t>
            </a:r>
            <a:r>
              <a:rPr lang="en-US" sz="1800" dirty="0" err="1"/>
              <a:t>önemli</a:t>
            </a:r>
            <a:r>
              <a:rPr lang="en-US" sz="1800" dirty="0"/>
              <a:t> </a:t>
            </a:r>
            <a:r>
              <a:rPr lang="en-US" sz="1800" dirty="0" err="1"/>
              <a:t>bir</a:t>
            </a:r>
            <a:r>
              <a:rPr lang="en-US" sz="1800" dirty="0"/>
              <a:t> </a:t>
            </a:r>
            <a:r>
              <a:rPr lang="en-US" sz="1800" dirty="0" err="1"/>
              <a:t>adımdır</a:t>
            </a:r>
            <a:r>
              <a:rPr lang="en-US" sz="1800" dirty="0"/>
              <a:t>. </a:t>
            </a:r>
          </a:p>
          <a:p>
            <a:r>
              <a:rPr lang="en-US" sz="1800" dirty="0"/>
              <a:t>Linting </a:t>
            </a:r>
            <a:r>
              <a:rPr lang="en-US" sz="1800" dirty="0" err="1"/>
              <a:t>ayrıca</a:t>
            </a:r>
            <a:r>
              <a:rPr lang="en-US" sz="1800" dirty="0"/>
              <a:t>, </a:t>
            </a:r>
            <a:r>
              <a:rPr lang="en-US" sz="1800" dirty="0" err="1"/>
              <a:t>bir</a:t>
            </a:r>
            <a:r>
              <a:rPr lang="en-US" sz="1800" dirty="0"/>
              <a:t> JavaScript </a:t>
            </a:r>
            <a:r>
              <a:rPr lang="en-US" sz="1800" dirty="0" err="1"/>
              <a:t>ifadesinin</a:t>
            </a:r>
            <a:r>
              <a:rPr lang="en-US" sz="1800" dirty="0"/>
              <a:t> </a:t>
            </a:r>
            <a:r>
              <a:rPr lang="en-US" sz="1800" dirty="0" err="1"/>
              <a:t>sonunda</a:t>
            </a:r>
            <a:r>
              <a:rPr lang="en-US" sz="1800" dirty="0"/>
              <a:t> her zaman </a:t>
            </a:r>
            <a:r>
              <a:rPr lang="en-US" sz="1800" dirty="0" err="1"/>
              <a:t>noktalı</a:t>
            </a:r>
            <a:r>
              <a:rPr lang="en-US" sz="1800" dirty="0"/>
              <a:t> </a:t>
            </a:r>
            <a:r>
              <a:rPr lang="en-US" sz="1800" dirty="0" err="1"/>
              <a:t>virgül</a:t>
            </a:r>
            <a:r>
              <a:rPr lang="en-US" sz="1800" dirty="0"/>
              <a:t> </a:t>
            </a:r>
            <a:r>
              <a:rPr lang="en-US" sz="1800" dirty="0" err="1"/>
              <a:t>olması</a:t>
            </a:r>
            <a:r>
              <a:rPr lang="en-US" sz="1800" dirty="0"/>
              <a:t> </a:t>
            </a:r>
            <a:r>
              <a:rPr lang="en-US" sz="1800" dirty="0" err="1"/>
              <a:t>veya</a:t>
            </a:r>
            <a:r>
              <a:rPr lang="en-US" sz="1800" dirty="0"/>
              <a:t> </a:t>
            </a:r>
            <a:r>
              <a:rPr lang="en-US" sz="1800" dirty="0" err="1"/>
              <a:t>bulunmaması</a:t>
            </a:r>
            <a:r>
              <a:rPr lang="en-US" sz="1800" dirty="0"/>
              <a:t> </a:t>
            </a:r>
            <a:r>
              <a:rPr lang="en-US" sz="1800" dirty="0" err="1"/>
              <a:t>gibi</a:t>
            </a:r>
            <a:r>
              <a:rPr lang="en-US" sz="1800" dirty="0"/>
              <a:t> </a:t>
            </a:r>
            <a:r>
              <a:rPr lang="en-US" sz="1800" dirty="0" err="1"/>
              <a:t>belirli</a:t>
            </a:r>
            <a:r>
              <a:rPr lang="en-US" sz="1800" dirty="0"/>
              <a:t> </a:t>
            </a:r>
            <a:r>
              <a:rPr lang="en-US" sz="1800" dirty="0" err="1"/>
              <a:t>kodlama</a:t>
            </a:r>
            <a:r>
              <a:rPr lang="en-US" sz="1800" dirty="0"/>
              <a:t> </a:t>
            </a:r>
            <a:r>
              <a:rPr lang="en-US" sz="1800" dirty="0" err="1"/>
              <a:t>standartlarını</a:t>
            </a:r>
            <a:r>
              <a:rPr lang="en-US" sz="1800" dirty="0"/>
              <a:t> da </a:t>
            </a:r>
            <a:r>
              <a:rPr lang="en-US" sz="1800" dirty="0" err="1"/>
              <a:t>uygulayabilir</a:t>
            </a:r>
            <a:r>
              <a:rPr lang="en-US" sz="1800" dirty="0"/>
              <a:t>, bu da </a:t>
            </a:r>
            <a:r>
              <a:rPr lang="en-US" sz="1800" dirty="0" err="1"/>
              <a:t>kodu</a:t>
            </a:r>
            <a:r>
              <a:rPr lang="en-US" sz="1800" dirty="0"/>
              <a:t> </a:t>
            </a:r>
            <a:r>
              <a:rPr lang="en-US" sz="1800" dirty="0" err="1"/>
              <a:t>daha</a:t>
            </a:r>
            <a:r>
              <a:rPr lang="en-US" sz="1800" dirty="0"/>
              <a:t> </a:t>
            </a:r>
            <a:r>
              <a:rPr lang="en-US" sz="1800" dirty="0" err="1"/>
              <a:t>tutarlı</a:t>
            </a:r>
            <a:r>
              <a:rPr lang="en-US" sz="1800" dirty="0"/>
              <a:t> </a:t>
            </a:r>
            <a:r>
              <a:rPr lang="en-US" sz="1800" dirty="0" err="1"/>
              <a:t>ve</a:t>
            </a:r>
            <a:r>
              <a:rPr lang="en-US" sz="1800" dirty="0"/>
              <a:t> </a:t>
            </a:r>
            <a:r>
              <a:rPr lang="en-US" sz="1800" dirty="0" err="1"/>
              <a:t>bakımı</a:t>
            </a:r>
            <a:r>
              <a:rPr lang="en-US" sz="1800" dirty="0"/>
              <a:t> </a:t>
            </a:r>
            <a:r>
              <a:rPr lang="en-US" sz="1800" dirty="0" err="1"/>
              <a:t>kolay</a:t>
            </a:r>
            <a:r>
              <a:rPr lang="en-US" sz="1800" dirty="0"/>
              <a:t> hale </a:t>
            </a:r>
            <a:r>
              <a:rPr lang="en-US" sz="1800" dirty="0" err="1"/>
              <a:t>getirir</a:t>
            </a:r>
            <a:r>
              <a:rPr lang="en-US" sz="1800" dirty="0"/>
              <a:t>.</a:t>
            </a:r>
          </a:p>
          <a:p>
            <a:r>
              <a:rPr lang="en-US" sz="1800" dirty="0">
                <a:hlinkClick r:id="rId3"/>
              </a:rPr>
              <a:t>ESLint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popular linting </a:t>
            </a:r>
            <a:r>
              <a:rPr lang="en-US" sz="1800" dirty="0" err="1"/>
              <a:t>aracıdır</a:t>
            </a:r>
            <a:r>
              <a:rPr lang="en-US" sz="1800" dirty="0"/>
              <a:t>. </a:t>
            </a:r>
          </a:p>
          <a:p>
            <a:endParaRPr lang="en-US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70F893E-D3AB-EAEB-F566-0280FA2EF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3886200"/>
            <a:ext cx="4819910" cy="238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825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7772400" cy="553998"/>
          </a:xfrm>
        </p:spPr>
        <p:txBody>
          <a:bodyPr/>
          <a:lstStyle/>
          <a:p>
            <a:r>
              <a:rPr lang="tr-TR" dirty="0"/>
              <a:t>JSX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/>
              <a:t>React </a:t>
            </a:r>
            <a:r>
              <a:rPr lang="en-US" sz="2100" dirty="0" err="1"/>
              <a:t>uygulamalarının</a:t>
            </a:r>
            <a:r>
              <a:rPr lang="en-US" sz="2100" dirty="0"/>
              <a:t> </a:t>
            </a:r>
            <a:r>
              <a:rPr lang="en-US" sz="2100" dirty="0" err="1"/>
              <a:t>temelleri</a:t>
            </a:r>
            <a:r>
              <a:rPr lang="en-US" sz="2100" dirty="0"/>
              <a:t> React </a:t>
            </a:r>
            <a:r>
              <a:rPr lang="en-US" sz="2100" dirty="0" err="1"/>
              <a:t>bileşenleri</a:t>
            </a:r>
            <a:r>
              <a:rPr lang="en-US" sz="2100" dirty="0"/>
              <a:t> </a:t>
            </a:r>
            <a:r>
              <a:rPr lang="en-US" sz="2100" dirty="0" err="1"/>
              <a:t>üzerine</a:t>
            </a:r>
            <a:r>
              <a:rPr lang="en-US" sz="2100" dirty="0"/>
              <a:t> </a:t>
            </a:r>
            <a:r>
              <a:rPr lang="en-US" sz="2100" dirty="0" err="1"/>
              <a:t>kurulur</a:t>
            </a:r>
            <a:r>
              <a:rPr lang="en-US" sz="2100" dirty="0"/>
              <a:t>.</a:t>
            </a:r>
          </a:p>
          <a:p>
            <a:r>
              <a:rPr lang="en-US" sz="2100" dirty="0"/>
              <a:t>React </a:t>
            </a:r>
            <a:r>
              <a:rPr lang="en-US" sz="2100" dirty="0" err="1"/>
              <a:t>dünyasında</a:t>
            </a:r>
            <a:r>
              <a:rPr lang="en-US" sz="2100" dirty="0"/>
              <a:t> her </a:t>
            </a:r>
            <a:r>
              <a:rPr lang="en-US" sz="2100" dirty="0" err="1"/>
              <a:t>şey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bileşen</a:t>
            </a:r>
            <a:r>
              <a:rPr lang="en-US" sz="2100" dirty="0"/>
              <a:t> </a:t>
            </a:r>
            <a:r>
              <a:rPr lang="en-US" sz="2100" dirty="0" err="1"/>
              <a:t>hiyerarşisinden</a:t>
            </a:r>
            <a:r>
              <a:rPr lang="en-US" sz="2100" dirty="0"/>
              <a:t> </a:t>
            </a:r>
            <a:r>
              <a:rPr lang="en-US" sz="2100" dirty="0" err="1"/>
              <a:t>oluşur</a:t>
            </a:r>
            <a:r>
              <a:rPr lang="en-US" sz="2100" dirty="0"/>
              <a:t> </a:t>
            </a:r>
            <a:r>
              <a:rPr lang="en-US" sz="2100" dirty="0" err="1"/>
              <a:t>diyebiliriz</a:t>
            </a:r>
            <a:r>
              <a:rPr lang="en-US" sz="2100" dirty="0"/>
              <a:t>.</a:t>
            </a:r>
          </a:p>
          <a:p>
            <a:r>
              <a:rPr lang="en-US" sz="2100" dirty="0"/>
              <a:t>İlk </a:t>
            </a:r>
            <a:r>
              <a:rPr lang="en-US" sz="2100" dirty="0" err="1"/>
              <a:t>oluşturulan</a:t>
            </a:r>
            <a:r>
              <a:rPr lang="en-US" sz="2100" dirty="0"/>
              <a:t> </a:t>
            </a:r>
            <a:r>
              <a:rPr lang="en-US" sz="2100" dirty="0" err="1"/>
              <a:t>uygulamada</a:t>
            </a:r>
            <a:r>
              <a:rPr lang="en-US" sz="2100" dirty="0"/>
              <a:t> </a:t>
            </a:r>
            <a:r>
              <a:rPr lang="en-US" sz="2100" dirty="0" err="1"/>
              <a:t>bileşenler</a:t>
            </a:r>
            <a:r>
              <a:rPr lang="en-US" sz="2100" dirty="0"/>
              <a:t> </a:t>
            </a:r>
            <a:r>
              <a:rPr lang="en-US" sz="2100" dirty="0" err="1"/>
              <a:t>App.jsx</a:t>
            </a:r>
            <a:r>
              <a:rPr lang="en-US" sz="2100" dirty="0"/>
              <a:t> </a:t>
            </a:r>
            <a:r>
              <a:rPr lang="en-US" sz="2100" dirty="0" err="1"/>
              <a:t>dosyasında</a:t>
            </a:r>
            <a:r>
              <a:rPr lang="en-US" sz="2100" dirty="0"/>
              <a:t> </a:t>
            </a:r>
            <a:r>
              <a:rPr lang="en-US" sz="2100" dirty="0" err="1"/>
              <a:t>yer</a:t>
            </a:r>
            <a:r>
              <a:rPr lang="en-US" sz="2100" dirty="0"/>
              <a:t> </a:t>
            </a:r>
            <a:r>
              <a:rPr lang="en-US" sz="2100" dirty="0" err="1"/>
              <a:t>alır</a:t>
            </a:r>
            <a:r>
              <a:rPr lang="en-US" sz="2100" dirty="0"/>
              <a:t>.</a:t>
            </a:r>
          </a:p>
          <a:p>
            <a:r>
              <a:rPr lang="en-US" sz="2100" dirty="0"/>
              <a:t>Her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bileşen</a:t>
            </a:r>
            <a:r>
              <a:rPr lang="en-US" sz="2100" dirty="0"/>
              <a:t> </a:t>
            </a:r>
            <a:r>
              <a:rPr lang="en-US" sz="2100" dirty="0" err="1"/>
              <a:t>aslında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Javascript</a:t>
            </a:r>
            <a:r>
              <a:rPr lang="en-US" sz="2100" dirty="0"/>
              <a:t> </a:t>
            </a:r>
            <a:r>
              <a:rPr lang="en-US" sz="2100" dirty="0" err="1"/>
              <a:t>fonksiyonudur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PascalCase</a:t>
            </a:r>
            <a:r>
              <a:rPr lang="en-US" sz="2100" dirty="0"/>
              <a:t> </a:t>
            </a:r>
            <a:r>
              <a:rPr lang="en-US" sz="2100" dirty="0" err="1"/>
              <a:t>notasyonunda</a:t>
            </a:r>
            <a:r>
              <a:rPr lang="en-US" sz="2100" dirty="0"/>
              <a:t> </a:t>
            </a:r>
            <a:r>
              <a:rPr lang="en-US" sz="2100" dirty="0" err="1"/>
              <a:t>yazılır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Fonksiyonlar</a:t>
            </a:r>
            <a:r>
              <a:rPr lang="en-US" sz="2100" dirty="0"/>
              <a:t> </a:t>
            </a:r>
            <a:r>
              <a:rPr lang="en-US" sz="2100" dirty="0" err="1"/>
              <a:t>aynı</a:t>
            </a:r>
            <a:r>
              <a:rPr lang="en-US" sz="2100" dirty="0"/>
              <a:t> </a:t>
            </a:r>
            <a:r>
              <a:rPr lang="en-US" sz="2100" dirty="0" err="1"/>
              <a:t>zamanda</a:t>
            </a:r>
            <a:r>
              <a:rPr lang="en-US" sz="2100" dirty="0"/>
              <a:t> </a:t>
            </a:r>
            <a:r>
              <a:rPr lang="en-US" sz="2100" dirty="0" err="1"/>
              <a:t>parametre</a:t>
            </a:r>
            <a:r>
              <a:rPr lang="en-US" sz="2100" dirty="0"/>
              <a:t> de </a:t>
            </a:r>
            <a:r>
              <a:rPr lang="en-US" sz="2100" dirty="0" err="1"/>
              <a:t>alabilir</a:t>
            </a:r>
            <a:r>
              <a:rPr lang="en-US" sz="2100" dirty="0"/>
              <a:t>. </a:t>
            </a:r>
            <a:r>
              <a:rPr lang="en-US" sz="2100" dirty="0" err="1"/>
              <a:t>İlerleyen</a:t>
            </a:r>
            <a:r>
              <a:rPr lang="en-US" sz="2100" dirty="0"/>
              <a:t> </a:t>
            </a:r>
            <a:r>
              <a:rPr lang="en-US" sz="2100" dirty="0" err="1"/>
              <a:t>aşamalarda</a:t>
            </a:r>
            <a:r>
              <a:rPr lang="en-US" sz="2100" dirty="0"/>
              <a:t> </a:t>
            </a:r>
            <a:r>
              <a:rPr lang="en-US" sz="2100" dirty="0" err="1"/>
              <a:t>bileşenler</a:t>
            </a:r>
            <a:r>
              <a:rPr lang="en-US" sz="2100" dirty="0"/>
              <a:t> </a:t>
            </a:r>
            <a:r>
              <a:rPr lang="en-US" sz="2100" dirty="0" err="1"/>
              <a:t>arasında</a:t>
            </a:r>
            <a:r>
              <a:rPr lang="en-US" sz="2100" dirty="0"/>
              <a:t> </a:t>
            </a:r>
            <a:r>
              <a:rPr lang="en-US" sz="2100" dirty="0" err="1"/>
              <a:t>bilgi</a:t>
            </a:r>
            <a:r>
              <a:rPr lang="en-US" sz="2100" dirty="0"/>
              <a:t> </a:t>
            </a:r>
            <a:r>
              <a:rPr lang="en-US" sz="2100" dirty="0" err="1"/>
              <a:t>akışını</a:t>
            </a:r>
            <a:r>
              <a:rPr lang="en-US" sz="2100" dirty="0"/>
              <a:t> </a:t>
            </a:r>
            <a:r>
              <a:rPr lang="en-US" sz="2100" dirty="0" err="1"/>
              <a:t>sağlamak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kullanacağız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Bileşenler</a:t>
            </a:r>
            <a:r>
              <a:rPr lang="en-US" sz="2100" dirty="0"/>
              <a:t> </a:t>
            </a:r>
            <a:r>
              <a:rPr lang="en-US" sz="2100" dirty="0" err="1"/>
              <a:t>HTML’e</a:t>
            </a:r>
            <a:r>
              <a:rPr lang="en-US" sz="2100" dirty="0"/>
              <a:t> </a:t>
            </a:r>
            <a:r>
              <a:rPr lang="en-US" sz="2100" dirty="0" err="1"/>
              <a:t>benzer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kod</a:t>
            </a:r>
            <a:r>
              <a:rPr lang="en-US" sz="2100" dirty="0"/>
              <a:t> (JSX) </a:t>
            </a:r>
            <a:r>
              <a:rPr lang="en-US" sz="2100" dirty="0" err="1"/>
              <a:t>döndürür</a:t>
            </a:r>
            <a:r>
              <a:rPr lang="en-US" sz="2100" dirty="0"/>
              <a:t>. Bu </a:t>
            </a:r>
            <a:r>
              <a:rPr lang="en-US" sz="2100" dirty="0" err="1"/>
              <a:t>kod</a:t>
            </a:r>
            <a:r>
              <a:rPr lang="en-US" sz="2100" dirty="0"/>
              <a:t> </a:t>
            </a:r>
            <a:r>
              <a:rPr lang="en-US" sz="2100" dirty="0" err="1"/>
              <a:t>Javascript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HTML’i</a:t>
            </a:r>
            <a:r>
              <a:rPr lang="en-US" sz="2100" dirty="0"/>
              <a:t> </a:t>
            </a:r>
            <a:r>
              <a:rPr lang="en-US" sz="2100" dirty="0" err="1"/>
              <a:t>birleştirerek</a:t>
            </a:r>
            <a:r>
              <a:rPr lang="en-US" sz="2100" dirty="0"/>
              <a:t> </a:t>
            </a:r>
            <a:r>
              <a:rPr lang="en-US" sz="2100" dirty="0" err="1"/>
              <a:t>dinamik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interaktif</a:t>
            </a:r>
            <a:r>
              <a:rPr lang="en-US" sz="2100" dirty="0"/>
              <a:t> </a:t>
            </a:r>
            <a:r>
              <a:rPr lang="en-US" sz="2100" dirty="0" err="1"/>
              <a:t>görünümler</a:t>
            </a:r>
            <a:r>
              <a:rPr lang="en-US" sz="2100" dirty="0"/>
              <a:t> </a:t>
            </a:r>
            <a:r>
              <a:rPr lang="en-US" sz="2100" dirty="0" err="1"/>
              <a:t>elde</a:t>
            </a:r>
            <a:r>
              <a:rPr lang="en-US" sz="2100" dirty="0"/>
              <a:t> </a:t>
            </a:r>
            <a:r>
              <a:rPr lang="en-US" sz="2100" dirty="0" err="1"/>
              <a:t>etmemizi</a:t>
            </a:r>
            <a:r>
              <a:rPr lang="en-US" sz="2100" dirty="0"/>
              <a:t> </a:t>
            </a:r>
            <a:r>
              <a:rPr lang="en-US" sz="2100" dirty="0" err="1"/>
              <a:t>sağlar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Fonksiyonun</a:t>
            </a:r>
            <a:r>
              <a:rPr lang="en-US" sz="2100" dirty="0"/>
              <a:t> </a:t>
            </a:r>
            <a:r>
              <a:rPr lang="en-US" sz="2100" dirty="0" err="1"/>
              <a:t>yerine</a:t>
            </a:r>
            <a:r>
              <a:rPr lang="en-US" sz="2100" dirty="0"/>
              <a:t> </a:t>
            </a:r>
            <a:r>
              <a:rPr lang="en-US" sz="2100" dirty="0" err="1"/>
              <a:t>getireceği</a:t>
            </a:r>
            <a:r>
              <a:rPr lang="en-US" sz="2100" dirty="0"/>
              <a:t> </a:t>
            </a:r>
            <a:r>
              <a:rPr lang="en-US" sz="2100" dirty="0" err="1"/>
              <a:t>işleri</a:t>
            </a:r>
            <a:r>
              <a:rPr lang="en-US" sz="2100" dirty="0"/>
              <a:t> </a:t>
            </a:r>
            <a:r>
              <a:rPr lang="en-US" sz="2100" dirty="0" err="1"/>
              <a:t>içerecek</a:t>
            </a:r>
            <a:r>
              <a:rPr lang="en-US" sz="2100" dirty="0"/>
              <a:t> </a:t>
            </a:r>
            <a:r>
              <a:rPr lang="en-US" sz="2100" dirty="0" err="1"/>
              <a:t>kodlar</a:t>
            </a:r>
            <a:r>
              <a:rPr lang="en-US" sz="2100" dirty="0"/>
              <a:t> </a:t>
            </a:r>
            <a:r>
              <a:rPr lang="en-US" sz="2100" b="1" dirty="0"/>
              <a:t>function </a:t>
            </a:r>
            <a:r>
              <a:rPr lang="en-US" sz="2100" dirty="0" err="1"/>
              <a:t>anahtar</a:t>
            </a:r>
            <a:r>
              <a:rPr lang="en-US" sz="2100" dirty="0"/>
              <a:t> </a:t>
            </a:r>
            <a:r>
              <a:rPr lang="en-US" sz="2100" dirty="0" err="1"/>
              <a:t>kelimesi</a:t>
            </a:r>
            <a:r>
              <a:rPr lang="en-US" sz="2100" dirty="0"/>
              <a:t> </a:t>
            </a:r>
            <a:r>
              <a:rPr lang="en-US" sz="2100" dirty="0" err="1"/>
              <a:t>ile</a:t>
            </a:r>
            <a:r>
              <a:rPr lang="en-US" sz="2100" dirty="0"/>
              <a:t> return </a:t>
            </a:r>
            <a:r>
              <a:rPr lang="en-US" sz="2100" dirty="0" err="1"/>
              <a:t>anahtar</a:t>
            </a:r>
            <a:r>
              <a:rPr lang="en-US" sz="2100" dirty="0"/>
              <a:t> </a:t>
            </a:r>
            <a:r>
              <a:rPr lang="en-US" sz="2100" dirty="0" err="1"/>
              <a:t>kelimesi</a:t>
            </a:r>
            <a:r>
              <a:rPr lang="en-US" sz="2100" dirty="0"/>
              <a:t> </a:t>
            </a:r>
            <a:r>
              <a:rPr lang="en-US" sz="2100" dirty="0" err="1"/>
              <a:t>arasına</a:t>
            </a:r>
            <a:r>
              <a:rPr lang="en-US" sz="2100" dirty="0"/>
              <a:t> </a:t>
            </a:r>
            <a:r>
              <a:rPr lang="en-US" sz="2100" dirty="0" err="1"/>
              <a:t>yazılır</a:t>
            </a:r>
            <a:r>
              <a:rPr lang="en-US" sz="2100" dirty="0"/>
              <a:t>.</a:t>
            </a:r>
          </a:p>
          <a:p>
            <a:r>
              <a:rPr lang="en-US" sz="2100" dirty="0"/>
              <a:t>Bir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fonksiyonu</a:t>
            </a:r>
            <a:r>
              <a:rPr lang="en-US" sz="2100" dirty="0"/>
              <a:t>,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tarayıcıda</a:t>
            </a:r>
            <a:r>
              <a:rPr lang="en-US" sz="2100" dirty="0"/>
              <a:t> her </a:t>
            </a:r>
            <a:r>
              <a:rPr lang="en-US" sz="2100" dirty="0" err="1"/>
              <a:t>gösterilişinde</a:t>
            </a:r>
            <a:r>
              <a:rPr lang="en-US" sz="2100" dirty="0"/>
              <a:t> </a:t>
            </a:r>
            <a:r>
              <a:rPr lang="en-US" sz="2100" dirty="0" err="1"/>
              <a:t>çalışır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4202150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7772400" cy="553998"/>
          </a:xfrm>
        </p:spPr>
        <p:txBody>
          <a:bodyPr/>
          <a:lstStyle/>
          <a:p>
            <a:r>
              <a:rPr lang="tr-TR" dirty="0"/>
              <a:t>JSX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DDE4FE-DA02-1909-4FED-839128A7B9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9850" y="1676400"/>
            <a:ext cx="75843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751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7772400" cy="553998"/>
          </a:xfrm>
        </p:spPr>
        <p:txBody>
          <a:bodyPr/>
          <a:lstStyle/>
          <a:p>
            <a:r>
              <a:rPr lang="tr-TR" dirty="0"/>
              <a:t>JSX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/>
              <a:t>Bir React </a:t>
            </a:r>
            <a:r>
              <a:rPr lang="en-US" sz="2100" dirty="0" err="1"/>
              <a:t>bileşeninden</a:t>
            </a:r>
            <a:r>
              <a:rPr lang="en-US" sz="2100" dirty="0"/>
              <a:t> </a:t>
            </a:r>
            <a:r>
              <a:rPr lang="en-US" sz="2100" dirty="0" err="1"/>
              <a:t>dönen</a:t>
            </a:r>
            <a:r>
              <a:rPr lang="en-US" sz="2100" dirty="0"/>
              <a:t> her </a:t>
            </a:r>
            <a:r>
              <a:rPr lang="en-US" sz="2100" dirty="0" err="1"/>
              <a:t>şey</a:t>
            </a:r>
            <a:r>
              <a:rPr lang="en-US" sz="2100" dirty="0"/>
              <a:t> </a:t>
            </a:r>
            <a:r>
              <a:rPr lang="en-US" sz="2100" dirty="0" err="1"/>
              <a:t>tarayıcıda</a:t>
            </a:r>
            <a:r>
              <a:rPr lang="en-US" sz="2100" dirty="0"/>
              <a:t> </a:t>
            </a:r>
            <a:r>
              <a:rPr lang="en-US" sz="2100" dirty="0" err="1"/>
              <a:t>gösterilir</a:t>
            </a:r>
            <a:r>
              <a:rPr lang="en-US" sz="2100" dirty="0"/>
              <a:t>. </a:t>
            </a:r>
            <a:r>
              <a:rPr lang="en-US" sz="2100" dirty="0" err="1"/>
              <a:t>Şu</a:t>
            </a:r>
            <a:r>
              <a:rPr lang="en-US" sz="2100" dirty="0"/>
              <a:t> ana </a:t>
            </a:r>
            <a:r>
              <a:rPr lang="en-US" sz="2100" dirty="0" err="1"/>
              <a:t>kadar</a:t>
            </a:r>
            <a:r>
              <a:rPr lang="en-US" sz="2100" dirty="0"/>
              <a:t> </a:t>
            </a:r>
            <a:r>
              <a:rPr lang="en-US" sz="2100" dirty="0" err="1"/>
              <a:t>gördüğümüz</a:t>
            </a:r>
            <a:r>
              <a:rPr lang="en-US" sz="2100" dirty="0"/>
              <a:t> </a:t>
            </a:r>
            <a:r>
              <a:rPr lang="en-US" sz="2100" dirty="0" err="1"/>
              <a:t>örnekte</a:t>
            </a:r>
            <a:r>
              <a:rPr lang="en-US" sz="2100" dirty="0"/>
              <a:t> </a:t>
            </a:r>
            <a:r>
              <a:rPr lang="en-US" sz="2100" dirty="0" err="1"/>
              <a:t>sadece</a:t>
            </a:r>
            <a:r>
              <a:rPr lang="en-US" sz="2100" dirty="0"/>
              <a:t> HTML </a:t>
            </a:r>
            <a:r>
              <a:rPr lang="en-US" sz="2100" dirty="0" err="1"/>
              <a:t>döndürdük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Aynı</a:t>
            </a:r>
            <a:r>
              <a:rPr lang="en-US" sz="2100" dirty="0"/>
              <a:t> </a:t>
            </a:r>
            <a:r>
              <a:rPr lang="en-US" sz="2100" dirty="0" err="1"/>
              <a:t>zamanda</a:t>
            </a:r>
            <a:r>
              <a:rPr lang="en-US" sz="2100" dirty="0"/>
              <a:t> </a:t>
            </a:r>
            <a:r>
              <a:rPr lang="en-US" sz="2100" dirty="0" err="1"/>
              <a:t>Javascript</a:t>
            </a:r>
            <a:r>
              <a:rPr lang="en-US" sz="2100" dirty="0"/>
              <a:t> </a:t>
            </a:r>
            <a:r>
              <a:rPr lang="en-US" sz="2100" dirty="0" err="1"/>
              <a:t>içeriği</a:t>
            </a:r>
            <a:r>
              <a:rPr lang="en-US" sz="2100" dirty="0"/>
              <a:t> de </a:t>
            </a:r>
            <a:r>
              <a:rPr lang="en-US" sz="2100" dirty="0" err="1"/>
              <a:t>ekleyebiliriz</a:t>
            </a:r>
            <a:r>
              <a:rPr lang="en-US" sz="2100" dirty="0"/>
              <a:t>. HTML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Javascript’i</a:t>
            </a:r>
            <a:r>
              <a:rPr lang="en-US" sz="2100" dirty="0"/>
              <a:t> </a:t>
            </a:r>
            <a:r>
              <a:rPr lang="en-US" sz="2100" dirty="0" err="1"/>
              <a:t>birleştererek</a:t>
            </a:r>
            <a:r>
              <a:rPr lang="en-US" sz="2100" dirty="0"/>
              <a:t> </a:t>
            </a:r>
            <a:r>
              <a:rPr lang="en-US" sz="2100" dirty="0" err="1"/>
              <a:t>oluşturulan</a:t>
            </a:r>
            <a:r>
              <a:rPr lang="en-US" sz="2100" dirty="0"/>
              <a:t> </a:t>
            </a:r>
            <a:r>
              <a:rPr lang="en-US" sz="2100" dirty="0" err="1"/>
              <a:t>formata</a:t>
            </a:r>
            <a:r>
              <a:rPr lang="en-US" sz="2100" dirty="0"/>
              <a:t> JSX (</a:t>
            </a:r>
            <a:r>
              <a:rPr lang="en-US" sz="2100" dirty="0" err="1"/>
              <a:t>Javascript</a:t>
            </a:r>
            <a:r>
              <a:rPr lang="en-US" sz="2100" dirty="0"/>
              <a:t> XML) </a:t>
            </a:r>
            <a:r>
              <a:rPr lang="en-US" sz="2100" dirty="0" err="1"/>
              <a:t>denir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EBA20C-980B-7683-6042-D1215F2EF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971800"/>
            <a:ext cx="4191000" cy="299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F0A2D6-AC0B-C8D1-A254-B0FB20A00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3572467"/>
            <a:ext cx="4310343" cy="176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077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7772400" cy="553998"/>
          </a:xfrm>
        </p:spPr>
        <p:txBody>
          <a:bodyPr/>
          <a:lstStyle/>
          <a:p>
            <a:r>
              <a:rPr lang="tr-TR" dirty="0"/>
              <a:t>JSX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/>
              <a:t>Kaynak </a:t>
            </a:r>
            <a:r>
              <a:rPr lang="en-US" sz="2100" dirty="0" err="1"/>
              <a:t>koddaki</a:t>
            </a:r>
            <a:r>
              <a:rPr lang="en-US" sz="2100" dirty="0"/>
              <a:t> </a:t>
            </a:r>
            <a:r>
              <a:rPr lang="en-US" sz="2100" dirty="0" err="1"/>
              <a:t>değişkeni</a:t>
            </a:r>
            <a:r>
              <a:rPr lang="en-US" sz="2100" dirty="0"/>
              <a:t> </a:t>
            </a:r>
            <a:r>
              <a:rPr lang="en-US" sz="2100" dirty="0" err="1"/>
              <a:t>değiştirmek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tarayıcıya</a:t>
            </a:r>
            <a:r>
              <a:rPr lang="en-US" sz="2100" dirty="0"/>
              <a:t> </a:t>
            </a:r>
            <a:r>
              <a:rPr lang="en-US" sz="2100" dirty="0" err="1"/>
              <a:t>yansıyan</a:t>
            </a:r>
            <a:r>
              <a:rPr lang="en-US" sz="2100" dirty="0"/>
              <a:t> </a:t>
            </a:r>
            <a:r>
              <a:rPr lang="en-US" sz="2100" dirty="0" err="1"/>
              <a:t>değişikliği</a:t>
            </a:r>
            <a:r>
              <a:rPr lang="en-US" sz="2100" dirty="0"/>
              <a:t> </a:t>
            </a:r>
            <a:r>
              <a:rPr lang="en-US" sz="2100" dirty="0" err="1"/>
              <a:t>görmek</a:t>
            </a:r>
            <a:r>
              <a:rPr lang="en-US" sz="2100" dirty="0"/>
              <a:t> </a:t>
            </a:r>
            <a:r>
              <a:rPr lang="en-US" sz="2100" dirty="0" err="1"/>
              <a:t>sadece</a:t>
            </a:r>
            <a:r>
              <a:rPr lang="en-US" sz="2100" dirty="0"/>
              <a:t> </a:t>
            </a:r>
            <a:r>
              <a:rPr lang="en-US" sz="2100" dirty="0" err="1"/>
              <a:t>React'e</a:t>
            </a:r>
            <a:r>
              <a:rPr lang="en-US" sz="2100" dirty="0"/>
              <a:t> </a:t>
            </a:r>
            <a:r>
              <a:rPr lang="en-US" sz="2100" dirty="0" err="1"/>
              <a:t>değil</a:t>
            </a:r>
            <a:r>
              <a:rPr lang="en-US" sz="2100" dirty="0"/>
              <a:t>, </a:t>
            </a:r>
            <a:r>
              <a:rPr lang="en-US" sz="2100" dirty="0" err="1"/>
              <a:t>komut</a:t>
            </a:r>
            <a:r>
              <a:rPr lang="en-US" sz="2100" dirty="0"/>
              <a:t> </a:t>
            </a:r>
            <a:r>
              <a:rPr lang="en-US" sz="2100" dirty="0" err="1"/>
              <a:t>satırında</a:t>
            </a:r>
            <a:r>
              <a:rPr lang="en-US" sz="2100" dirty="0"/>
              <a:t> </a:t>
            </a:r>
            <a:r>
              <a:rPr lang="en-US" sz="2100" dirty="0" err="1"/>
              <a:t>uygulamamızı</a:t>
            </a:r>
            <a:r>
              <a:rPr lang="en-US" sz="2100" dirty="0"/>
              <a:t> </a:t>
            </a:r>
            <a:r>
              <a:rPr lang="en-US" sz="2100" dirty="0" err="1"/>
              <a:t>başlattığımızda</a:t>
            </a:r>
            <a:r>
              <a:rPr lang="en-US" sz="2100" dirty="0"/>
              <a:t> </a:t>
            </a:r>
            <a:r>
              <a:rPr lang="en-US" sz="2100" dirty="0" err="1"/>
              <a:t>altta</a:t>
            </a:r>
            <a:r>
              <a:rPr lang="en-US" sz="2100" dirty="0"/>
              <a:t> </a:t>
            </a:r>
            <a:r>
              <a:rPr lang="en-US" sz="2100" dirty="0" err="1"/>
              <a:t>yatan</a:t>
            </a:r>
            <a:r>
              <a:rPr lang="en-US" sz="2100" dirty="0"/>
              <a:t> </a:t>
            </a:r>
            <a:r>
              <a:rPr lang="en-US" sz="2100" dirty="0" err="1"/>
              <a:t>geliştirme</a:t>
            </a:r>
            <a:r>
              <a:rPr lang="en-US" sz="2100" dirty="0"/>
              <a:t> </a:t>
            </a:r>
            <a:r>
              <a:rPr lang="en-US" sz="2100" dirty="0" err="1"/>
              <a:t>sunucusuna</a:t>
            </a:r>
            <a:r>
              <a:rPr lang="en-US" sz="2100" dirty="0"/>
              <a:t> da </a:t>
            </a:r>
            <a:r>
              <a:rPr lang="en-US" sz="2100" dirty="0" err="1"/>
              <a:t>bağlıdır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Dosyalarımızdan</a:t>
            </a:r>
            <a:r>
              <a:rPr lang="en-US" sz="2100" dirty="0"/>
              <a:t> </a:t>
            </a:r>
            <a:r>
              <a:rPr lang="en-US" sz="2100" dirty="0" err="1"/>
              <a:t>biri</a:t>
            </a:r>
            <a:r>
              <a:rPr lang="en-US" sz="2100" dirty="0"/>
              <a:t> </a:t>
            </a:r>
            <a:r>
              <a:rPr lang="en-US" sz="2100" dirty="0" err="1"/>
              <a:t>değiştiğinde</a:t>
            </a:r>
            <a:r>
              <a:rPr lang="en-US" sz="2100" dirty="0"/>
              <a:t>, </a:t>
            </a:r>
            <a:r>
              <a:rPr lang="en-US" sz="2100" dirty="0" err="1"/>
              <a:t>geliştirme</a:t>
            </a:r>
            <a:r>
              <a:rPr lang="en-US" sz="2100" dirty="0"/>
              <a:t> </a:t>
            </a:r>
            <a:r>
              <a:rPr lang="en-US" sz="2100" dirty="0" err="1"/>
              <a:t>sunucusu</a:t>
            </a:r>
            <a:r>
              <a:rPr lang="en-US" sz="2100" dirty="0"/>
              <a:t> </a:t>
            </a:r>
            <a:r>
              <a:rPr lang="en-US" sz="2100" dirty="0" err="1"/>
              <a:t>bunu</a:t>
            </a:r>
            <a:r>
              <a:rPr lang="en-US" sz="2100" dirty="0"/>
              <a:t> fark </a:t>
            </a:r>
            <a:r>
              <a:rPr lang="en-US" sz="2100" dirty="0" err="1"/>
              <a:t>eder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etkilenen</a:t>
            </a:r>
            <a:r>
              <a:rPr lang="en-US" sz="2100" dirty="0"/>
              <a:t> </a:t>
            </a:r>
            <a:r>
              <a:rPr lang="en-US" sz="2100" dirty="0" err="1"/>
              <a:t>tüm</a:t>
            </a:r>
            <a:r>
              <a:rPr lang="en-US" sz="2100" dirty="0"/>
              <a:t> </a:t>
            </a:r>
            <a:r>
              <a:rPr lang="en-US" sz="2100" dirty="0" err="1"/>
              <a:t>dosyaları</a:t>
            </a:r>
            <a:r>
              <a:rPr lang="en-US" sz="2100" dirty="0"/>
              <a:t> </a:t>
            </a:r>
            <a:r>
              <a:rPr lang="en-US" sz="2100" dirty="0" err="1"/>
              <a:t>tarayıcı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yeniden</a:t>
            </a:r>
            <a:r>
              <a:rPr lang="en-US" sz="2100" dirty="0"/>
              <a:t> </a:t>
            </a:r>
            <a:r>
              <a:rPr lang="en-US" sz="2100" dirty="0" err="1"/>
              <a:t>yükler</a:t>
            </a:r>
            <a:r>
              <a:rPr lang="en-US" sz="2100" dirty="0"/>
              <a:t>. </a:t>
            </a:r>
          </a:p>
          <a:p>
            <a:r>
              <a:rPr lang="en-US" sz="2100" dirty="0"/>
              <a:t>React </a:t>
            </a:r>
            <a:r>
              <a:rPr lang="en-US" sz="2100" dirty="0" err="1"/>
              <a:t>ile</a:t>
            </a:r>
            <a:r>
              <a:rPr lang="en-US" sz="2100" dirty="0"/>
              <a:t> </a:t>
            </a:r>
            <a:r>
              <a:rPr lang="en-US" sz="2100" dirty="0" err="1"/>
              <a:t>geliştirme</a:t>
            </a:r>
            <a:r>
              <a:rPr lang="en-US" sz="2100" dirty="0"/>
              <a:t> </a:t>
            </a:r>
            <a:r>
              <a:rPr lang="en-US" sz="2100" dirty="0" err="1"/>
              <a:t>sunucusu</a:t>
            </a:r>
            <a:r>
              <a:rPr lang="en-US" sz="2100" dirty="0"/>
              <a:t> </a:t>
            </a:r>
            <a:r>
              <a:rPr lang="en-US" sz="2100" dirty="0" err="1"/>
              <a:t>arasındaki</a:t>
            </a:r>
            <a:r>
              <a:rPr lang="en-US" sz="2100" dirty="0"/>
              <a:t> bu </a:t>
            </a:r>
            <a:r>
              <a:rPr lang="en-US" sz="2100" dirty="0" err="1"/>
              <a:t>davranışı</a:t>
            </a:r>
            <a:r>
              <a:rPr lang="en-US" sz="2100" dirty="0"/>
              <a:t> </a:t>
            </a:r>
            <a:r>
              <a:rPr lang="en-US" sz="2100" dirty="0" err="1"/>
              <a:t>mümkün</a:t>
            </a:r>
            <a:r>
              <a:rPr lang="en-US" sz="2100" dirty="0"/>
              <a:t> </a:t>
            </a:r>
            <a:r>
              <a:rPr lang="en-US" sz="2100" dirty="0" err="1"/>
              <a:t>kılan</a:t>
            </a:r>
            <a:r>
              <a:rPr lang="en-US" sz="2100" dirty="0"/>
              <a:t> </a:t>
            </a:r>
            <a:r>
              <a:rPr lang="en-US" sz="2100" dirty="0" err="1"/>
              <a:t>köprü</a:t>
            </a:r>
            <a:r>
              <a:rPr lang="en-US" sz="2100" dirty="0"/>
              <a:t>, React </a:t>
            </a:r>
            <a:r>
              <a:rPr lang="en-US" sz="2100" dirty="0" err="1"/>
              <a:t>tarafında</a:t>
            </a:r>
            <a:r>
              <a:rPr lang="en-US" sz="2100" dirty="0"/>
              <a:t> </a:t>
            </a:r>
            <a:r>
              <a:rPr lang="en-US" sz="2100" b="1" dirty="0"/>
              <a:t>React Fast Refresh </a:t>
            </a:r>
            <a:r>
              <a:rPr lang="en-US" sz="2100" dirty="0"/>
              <a:t>(</a:t>
            </a:r>
            <a:r>
              <a:rPr lang="en-US" sz="2100" dirty="0" err="1"/>
              <a:t>Önceki</a:t>
            </a:r>
            <a:r>
              <a:rPr lang="en-US" sz="2100" dirty="0"/>
              <a:t> </a:t>
            </a:r>
            <a:r>
              <a:rPr lang="en-US" sz="2100" dirty="0" err="1"/>
              <a:t>adı</a:t>
            </a:r>
            <a:r>
              <a:rPr lang="en-US" sz="2100" dirty="0"/>
              <a:t>: React Hot Loader)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geliştirme</a:t>
            </a:r>
            <a:r>
              <a:rPr lang="en-US" sz="2100" dirty="0"/>
              <a:t> </a:t>
            </a:r>
            <a:r>
              <a:rPr lang="en-US" sz="2100" dirty="0" err="1"/>
              <a:t>sunucusu</a:t>
            </a:r>
            <a:r>
              <a:rPr lang="en-US" sz="2100" dirty="0"/>
              <a:t> </a:t>
            </a:r>
            <a:r>
              <a:rPr lang="en-US" sz="2100" dirty="0" err="1"/>
              <a:t>tarafında</a:t>
            </a:r>
            <a:r>
              <a:rPr lang="en-US" sz="2100" dirty="0"/>
              <a:t> </a:t>
            </a:r>
            <a:r>
              <a:rPr lang="en-US" sz="2100" b="1" dirty="0"/>
              <a:t>Hot Module Replacement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adlandırılır</a:t>
            </a:r>
            <a:r>
              <a:rPr lang="en-US" sz="2100" dirty="0"/>
              <a:t>.</a:t>
            </a:r>
          </a:p>
          <a:p>
            <a:r>
              <a:rPr lang="en-US" sz="2100" dirty="0"/>
              <a:t>Bir </a:t>
            </a:r>
            <a:r>
              <a:rPr lang="en-US" sz="2100" dirty="0" err="1"/>
              <a:t>önceki</a:t>
            </a:r>
            <a:r>
              <a:rPr lang="en-US" sz="2100" dirty="0"/>
              <a:t> </a:t>
            </a:r>
            <a:r>
              <a:rPr lang="en-US" sz="2100" dirty="0" err="1"/>
              <a:t>örneğimizi</a:t>
            </a:r>
            <a:r>
              <a:rPr lang="en-US" sz="2100" dirty="0"/>
              <a:t> </a:t>
            </a:r>
            <a:r>
              <a:rPr lang="en-US" sz="2100" dirty="0" err="1"/>
              <a:t>geliştirerek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input field </a:t>
            </a:r>
            <a:r>
              <a:rPr lang="en-US" sz="2100" dirty="0" err="1"/>
              <a:t>ve</a:t>
            </a:r>
            <a:r>
              <a:rPr lang="en-US" sz="2100" dirty="0"/>
              <a:t> label </a:t>
            </a:r>
            <a:r>
              <a:rPr lang="en-US" sz="2100" dirty="0" err="1"/>
              <a:t>kullanarak</a:t>
            </a:r>
            <a:r>
              <a:rPr lang="en-US" sz="2100" dirty="0"/>
              <a:t> </a:t>
            </a:r>
            <a:r>
              <a:rPr lang="en-US" sz="2100" dirty="0" err="1"/>
              <a:t>basit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kutusu</a:t>
            </a:r>
            <a:r>
              <a:rPr lang="en-US" sz="2100" dirty="0"/>
              <a:t> </a:t>
            </a:r>
            <a:r>
              <a:rPr lang="en-US" sz="2100" dirty="0" err="1"/>
              <a:t>yapalım</a:t>
            </a:r>
            <a:r>
              <a:rPr lang="en-US" sz="2100" dirty="0"/>
              <a:t>. </a:t>
            </a:r>
          </a:p>
          <a:p>
            <a:r>
              <a:rPr lang="en-US" sz="2100" dirty="0"/>
              <a:t>JSX </a:t>
            </a:r>
            <a:r>
              <a:rPr lang="en-US" sz="2100" dirty="0" err="1"/>
              <a:t>ve</a:t>
            </a:r>
            <a:r>
              <a:rPr lang="en-US" sz="2100" dirty="0"/>
              <a:t> HTML </a:t>
            </a:r>
            <a:r>
              <a:rPr lang="en-US" sz="2100" dirty="0" err="1"/>
              <a:t>arasındaki</a:t>
            </a:r>
            <a:r>
              <a:rPr lang="en-US" sz="2100" dirty="0"/>
              <a:t> </a:t>
            </a:r>
            <a:r>
              <a:rPr lang="en-US" sz="2100" dirty="0" err="1"/>
              <a:t>temel</a:t>
            </a:r>
            <a:r>
              <a:rPr lang="en-US" sz="2100" dirty="0"/>
              <a:t> </a:t>
            </a:r>
            <a:r>
              <a:rPr lang="en-US" sz="2100" dirty="0" err="1"/>
              <a:t>farkları</a:t>
            </a:r>
            <a:r>
              <a:rPr lang="en-US" sz="2100" dirty="0"/>
              <a:t> </a:t>
            </a:r>
            <a:r>
              <a:rPr lang="en-US" sz="2100" dirty="0" err="1"/>
              <a:t>görmeye</a:t>
            </a:r>
            <a:r>
              <a:rPr lang="en-US" sz="2100" dirty="0"/>
              <a:t> </a:t>
            </a:r>
            <a:r>
              <a:rPr lang="en-US" sz="2100" dirty="0" err="1"/>
              <a:t>çalışalım</a:t>
            </a:r>
            <a:r>
              <a:rPr lang="en-US" sz="2100" dirty="0"/>
              <a:t>.</a:t>
            </a:r>
          </a:p>
          <a:p>
            <a:endParaRPr lang="en-US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600084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7772400" cy="553998"/>
          </a:xfrm>
        </p:spPr>
        <p:txBody>
          <a:bodyPr/>
          <a:lstStyle/>
          <a:p>
            <a:r>
              <a:rPr lang="tr-TR" dirty="0"/>
              <a:t>JSX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0782CA3-0629-463A-6B84-D6DFE6C534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3400" y="1600200"/>
            <a:ext cx="6813449" cy="4343400"/>
          </a:xfrm>
        </p:spPr>
      </p:pic>
    </p:spTree>
    <p:extLst>
      <p:ext uri="{BB962C8B-B14F-4D97-AF65-F5344CB8AC3E}">
        <p14:creationId xmlns:p14="http://schemas.microsoft.com/office/powerpoint/2010/main" val="3281679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7772400" cy="553998"/>
          </a:xfrm>
        </p:spPr>
        <p:txBody>
          <a:bodyPr/>
          <a:lstStyle/>
          <a:p>
            <a:r>
              <a:rPr lang="tr-TR" dirty="0"/>
              <a:t>JSX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45FD40-7163-20C9-CFDE-0A5586B117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9911" y="1600200"/>
            <a:ext cx="6435769" cy="4338846"/>
          </a:xfrm>
        </p:spPr>
      </p:pic>
    </p:spTree>
    <p:extLst>
      <p:ext uri="{BB962C8B-B14F-4D97-AF65-F5344CB8AC3E}">
        <p14:creationId xmlns:p14="http://schemas.microsoft.com/office/powerpoint/2010/main" val="2915159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7772400" cy="553998"/>
          </a:xfrm>
        </p:spPr>
        <p:txBody>
          <a:bodyPr/>
          <a:lstStyle/>
          <a:p>
            <a:r>
              <a:rPr lang="tr-TR" dirty="0"/>
              <a:t>JSX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/>
              <a:t>id </a:t>
            </a:r>
            <a:r>
              <a:rPr lang="en-US" sz="2100" dirty="0" err="1"/>
              <a:t>ve</a:t>
            </a:r>
            <a:r>
              <a:rPr lang="en-US" sz="2100" dirty="0"/>
              <a:t> type </a:t>
            </a:r>
            <a:r>
              <a:rPr lang="en-US" sz="2100" dirty="0" err="1"/>
              <a:t>ifadelerine</a:t>
            </a:r>
            <a:r>
              <a:rPr lang="en-US" sz="2100" dirty="0"/>
              <a:t> </a:t>
            </a:r>
            <a:r>
              <a:rPr lang="en-US" sz="2100" dirty="0" err="1"/>
              <a:t>HTML’den</a:t>
            </a:r>
            <a:r>
              <a:rPr lang="en-US" sz="2100" dirty="0"/>
              <a:t> </a:t>
            </a:r>
            <a:r>
              <a:rPr lang="en-US" sz="2100" dirty="0" err="1"/>
              <a:t>aşina</a:t>
            </a:r>
            <a:r>
              <a:rPr lang="en-US" sz="2100" dirty="0"/>
              <a:t> </a:t>
            </a:r>
            <a:r>
              <a:rPr lang="en-US" sz="2100" dirty="0" err="1"/>
              <a:t>olabilirsiniz</a:t>
            </a:r>
            <a:r>
              <a:rPr lang="en-US" sz="2100" dirty="0"/>
              <a:t>.</a:t>
            </a:r>
            <a:r>
              <a:rPr lang="en-US" sz="2100" b="1" dirty="0"/>
              <a:t> </a:t>
            </a:r>
            <a:r>
              <a:rPr lang="en-US" sz="2100" b="1" dirty="0" err="1"/>
              <a:t>htmlFor</a:t>
            </a:r>
            <a:r>
              <a:rPr lang="en-US" sz="2100" b="1" dirty="0"/>
              <a:t> </a:t>
            </a:r>
            <a:r>
              <a:rPr lang="en-US" sz="2100" dirty="0" err="1"/>
              <a:t>ifadesi</a:t>
            </a:r>
            <a:r>
              <a:rPr lang="en-US" sz="2100" dirty="0"/>
              <a:t> </a:t>
            </a:r>
            <a:r>
              <a:rPr lang="en-US" sz="2100" dirty="0" err="1"/>
              <a:t>sizin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yeni </a:t>
            </a:r>
            <a:r>
              <a:rPr lang="en-US" sz="2100" dirty="0" err="1"/>
              <a:t>olabilir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htmlFor</a:t>
            </a:r>
            <a:r>
              <a:rPr lang="en-US" sz="2100" dirty="0"/>
              <a:t> </a:t>
            </a:r>
            <a:r>
              <a:rPr lang="en-US" sz="2100" dirty="0" err="1"/>
              <a:t>HTML’deki</a:t>
            </a:r>
            <a:r>
              <a:rPr lang="en-US" sz="2100" dirty="0"/>
              <a:t> for </a:t>
            </a:r>
            <a:r>
              <a:rPr lang="en-US" sz="2100" dirty="0" err="1"/>
              <a:t>ifadesine</a:t>
            </a:r>
            <a:r>
              <a:rPr lang="en-US" sz="2100" dirty="0"/>
              <a:t> </a:t>
            </a:r>
            <a:r>
              <a:rPr lang="en-US" sz="2100" dirty="0" err="1"/>
              <a:t>denk</a:t>
            </a:r>
            <a:r>
              <a:rPr lang="en-US" sz="2100" dirty="0"/>
              <a:t> </a:t>
            </a:r>
            <a:r>
              <a:rPr lang="en-US" sz="2100" dirty="0" err="1"/>
              <a:t>gelmektedir</a:t>
            </a:r>
            <a:r>
              <a:rPr lang="en-US" sz="2100" dirty="0"/>
              <a:t>. JSX buna </a:t>
            </a:r>
            <a:r>
              <a:rPr lang="en-US" sz="2100" dirty="0" err="1"/>
              <a:t>benzer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çok</a:t>
            </a:r>
            <a:r>
              <a:rPr lang="en-US" sz="2100" dirty="0"/>
              <a:t> </a:t>
            </a:r>
            <a:r>
              <a:rPr lang="en-US" sz="2100" dirty="0" err="1"/>
              <a:t>özelliği</a:t>
            </a:r>
            <a:r>
              <a:rPr lang="en-US" sz="2100" dirty="0"/>
              <a:t> </a:t>
            </a:r>
            <a:r>
              <a:rPr lang="en-US" sz="2100" dirty="0" err="1"/>
              <a:t>kendi</a:t>
            </a:r>
            <a:r>
              <a:rPr lang="en-US" sz="2100" dirty="0"/>
              <a:t> </a:t>
            </a:r>
            <a:r>
              <a:rPr lang="en-US" sz="2100" dirty="0" err="1"/>
              <a:t>ifadeleriyle</a:t>
            </a:r>
            <a:r>
              <a:rPr lang="en-US" sz="2100" dirty="0"/>
              <a:t> </a:t>
            </a:r>
            <a:r>
              <a:rPr lang="en-US" sz="2100" dirty="0" err="1"/>
              <a:t>değiştirir</a:t>
            </a:r>
            <a:r>
              <a:rPr lang="en-US" sz="2100" dirty="0"/>
              <a:t>. </a:t>
            </a:r>
            <a:r>
              <a:rPr lang="en-US" sz="2100" dirty="0" err="1"/>
              <a:t>Değiştirdiği</a:t>
            </a:r>
            <a:r>
              <a:rPr lang="en-US" sz="2100" dirty="0"/>
              <a:t> </a:t>
            </a:r>
            <a:r>
              <a:rPr lang="en-US" sz="2100" dirty="0" err="1"/>
              <a:t>ifadelerde</a:t>
            </a:r>
            <a:r>
              <a:rPr lang="en-US" sz="2100" dirty="0"/>
              <a:t> camelCase </a:t>
            </a:r>
            <a:r>
              <a:rPr lang="en-US" sz="2100" dirty="0" err="1"/>
              <a:t>notasyonunu</a:t>
            </a:r>
            <a:r>
              <a:rPr lang="en-US" sz="2100" dirty="0"/>
              <a:t> </a:t>
            </a:r>
            <a:r>
              <a:rPr lang="en-US" sz="2100" dirty="0" err="1"/>
              <a:t>kullanır</a:t>
            </a:r>
            <a:r>
              <a:rPr lang="en-US" sz="2100" dirty="0"/>
              <a:t>.</a:t>
            </a:r>
          </a:p>
          <a:p>
            <a:r>
              <a:rPr lang="en-US" sz="2100" dirty="0"/>
              <a:t>class </a:t>
            </a:r>
            <a:r>
              <a:rPr lang="en-US" sz="2100" dirty="0" err="1"/>
              <a:t>yerine</a:t>
            </a:r>
            <a:r>
              <a:rPr lang="en-US" sz="2100" dirty="0"/>
              <a:t> </a:t>
            </a:r>
            <a:r>
              <a:rPr lang="en-US" sz="2100" dirty="0" err="1"/>
              <a:t>className</a:t>
            </a:r>
            <a:r>
              <a:rPr lang="en-US" sz="2100" dirty="0"/>
              <a:t>; onclick </a:t>
            </a:r>
            <a:r>
              <a:rPr lang="en-US" sz="2100" dirty="0" err="1"/>
              <a:t>yerine</a:t>
            </a:r>
            <a:r>
              <a:rPr lang="en-US" sz="2100" dirty="0"/>
              <a:t> </a:t>
            </a:r>
            <a:r>
              <a:rPr lang="en-US" sz="2100" dirty="0" err="1"/>
              <a:t>onClick</a:t>
            </a:r>
            <a:r>
              <a:rPr lang="en-US" sz="2100" dirty="0"/>
              <a:t> vb. </a:t>
            </a:r>
            <a:r>
              <a:rPr lang="en-US" sz="2100" dirty="0" err="1"/>
              <a:t>gibi</a:t>
            </a:r>
            <a:r>
              <a:rPr lang="en-US" sz="2100" dirty="0"/>
              <a:t>.</a:t>
            </a:r>
          </a:p>
          <a:p>
            <a:r>
              <a:rPr lang="en-US" sz="2100" dirty="0"/>
              <a:t>JSX </a:t>
            </a:r>
            <a:r>
              <a:rPr lang="en-US" sz="2100" dirty="0" err="1"/>
              <a:t>içinde</a:t>
            </a:r>
            <a:r>
              <a:rPr lang="en-US" sz="2100" dirty="0"/>
              <a:t> HTML </a:t>
            </a:r>
            <a:r>
              <a:rPr lang="en-US" sz="2100" dirty="0" err="1"/>
              <a:t>kullandığınızda</a:t>
            </a:r>
            <a:r>
              <a:rPr lang="en-US" sz="2100" dirty="0"/>
              <a:t>, React </a:t>
            </a:r>
            <a:r>
              <a:rPr lang="en-US" sz="2100" dirty="0" err="1"/>
              <a:t>tüm</a:t>
            </a:r>
            <a:r>
              <a:rPr lang="en-US" sz="2100" dirty="0"/>
              <a:t> HTML </a:t>
            </a:r>
            <a:r>
              <a:rPr lang="en-US" sz="2100" dirty="0" err="1"/>
              <a:t>özelliklerini</a:t>
            </a:r>
            <a:r>
              <a:rPr lang="en-US" sz="2100" dirty="0"/>
              <a:t> </a:t>
            </a:r>
            <a:r>
              <a:rPr lang="en-US" sz="2100" dirty="0" err="1"/>
              <a:t>Javascript’e</a:t>
            </a:r>
            <a:r>
              <a:rPr lang="en-US" sz="2100" dirty="0"/>
              <a:t> </a:t>
            </a:r>
            <a:r>
              <a:rPr lang="en-US" sz="2100" dirty="0" err="1"/>
              <a:t>dönüştürür</a:t>
            </a:r>
            <a:r>
              <a:rPr lang="en-US" sz="2100" dirty="0"/>
              <a:t>. </a:t>
            </a:r>
            <a:r>
              <a:rPr lang="en-US" sz="2100" dirty="0" err="1"/>
              <a:t>Ancak</a:t>
            </a:r>
            <a:r>
              <a:rPr lang="en-US" sz="2100" dirty="0"/>
              <a:t> HTML </a:t>
            </a:r>
            <a:r>
              <a:rPr lang="en-US" sz="2100" dirty="0" err="1"/>
              <a:t>elementleri</a:t>
            </a:r>
            <a:r>
              <a:rPr lang="en-US" sz="2100" dirty="0"/>
              <a:t> </a:t>
            </a:r>
            <a:r>
              <a:rPr lang="en-US" sz="2100" dirty="0" err="1"/>
              <a:t>tarayıcı</a:t>
            </a:r>
            <a:r>
              <a:rPr lang="en-US" sz="2100" dirty="0"/>
              <a:t> </a:t>
            </a:r>
            <a:r>
              <a:rPr lang="en-US" sz="2100" dirty="0" err="1"/>
              <a:t>tarafında</a:t>
            </a:r>
            <a:r>
              <a:rPr lang="en-US" sz="2100" dirty="0"/>
              <a:t> </a:t>
            </a:r>
            <a:r>
              <a:rPr lang="en-US" sz="2100" dirty="0" err="1"/>
              <a:t>gösterilirken</a:t>
            </a:r>
            <a:r>
              <a:rPr lang="en-US" sz="2100" dirty="0"/>
              <a:t> </a:t>
            </a:r>
            <a:r>
              <a:rPr lang="en-US" sz="2100" dirty="0" err="1"/>
              <a:t>tekrar</a:t>
            </a:r>
            <a:r>
              <a:rPr lang="en-US" sz="2100" dirty="0"/>
              <a:t> </a:t>
            </a:r>
            <a:r>
              <a:rPr lang="en-US" sz="2100" dirty="0" err="1"/>
              <a:t>orijinal</a:t>
            </a:r>
            <a:r>
              <a:rPr lang="en-US" sz="2100" dirty="0"/>
              <a:t> </a:t>
            </a:r>
            <a:r>
              <a:rPr lang="en-US" sz="2100" dirty="0" err="1"/>
              <a:t>versiyonlarına</a:t>
            </a:r>
            <a:r>
              <a:rPr lang="en-US" sz="2100" dirty="0"/>
              <a:t> </a:t>
            </a:r>
            <a:r>
              <a:rPr lang="en-US" sz="2100" dirty="0" err="1"/>
              <a:t>dönüştürülür</a:t>
            </a:r>
            <a:r>
              <a:rPr lang="en-US" sz="2100" dirty="0"/>
              <a:t>.</a:t>
            </a:r>
          </a:p>
          <a:p>
            <a:endParaRPr lang="en-US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B2DBC-B2DB-F56C-C55B-F7BC0B0D1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4650284"/>
            <a:ext cx="4495800" cy="159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179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7772400" cy="553998"/>
          </a:xfrm>
        </p:spPr>
        <p:txBody>
          <a:bodyPr/>
          <a:lstStyle/>
          <a:p>
            <a:r>
              <a:rPr lang="tr-TR" dirty="0"/>
              <a:t>JSX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/>
              <a:t>Bir </a:t>
            </a:r>
            <a:r>
              <a:rPr lang="en-US" sz="2100" dirty="0" err="1"/>
              <a:t>önceki</a:t>
            </a:r>
            <a:r>
              <a:rPr lang="en-US" sz="2100" dirty="0"/>
              <a:t> </a:t>
            </a:r>
            <a:r>
              <a:rPr lang="en-US" sz="2100" dirty="0" err="1"/>
              <a:t>örneği</a:t>
            </a:r>
            <a:r>
              <a:rPr lang="en-US" sz="2100" dirty="0"/>
              <a:t> </a:t>
            </a:r>
            <a:r>
              <a:rPr lang="en-US" sz="2100" dirty="0" err="1"/>
              <a:t>değiştirerek</a:t>
            </a:r>
            <a:r>
              <a:rPr lang="en-US" sz="2100" dirty="0"/>
              <a:t> </a:t>
            </a:r>
            <a:r>
              <a:rPr lang="en-US" sz="2100" dirty="0" err="1"/>
              <a:t>basit</a:t>
            </a:r>
            <a:r>
              <a:rPr lang="en-US" sz="2100" dirty="0"/>
              <a:t> </a:t>
            </a:r>
            <a:r>
              <a:rPr lang="en-US" sz="2100" dirty="0" err="1"/>
              <a:t>değişkenler</a:t>
            </a:r>
            <a:r>
              <a:rPr lang="en-US" sz="2100" dirty="0"/>
              <a:t> </a:t>
            </a:r>
            <a:r>
              <a:rPr lang="en-US" sz="2100" dirty="0" err="1"/>
              <a:t>yerine</a:t>
            </a:r>
            <a:r>
              <a:rPr lang="en-US" sz="2100" dirty="0"/>
              <a:t>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karmaşık</a:t>
            </a:r>
            <a:r>
              <a:rPr lang="en-US" sz="2100" dirty="0"/>
              <a:t> </a:t>
            </a:r>
            <a:r>
              <a:rPr lang="en-US" sz="2100" dirty="0" err="1"/>
              <a:t>olan</a:t>
            </a:r>
            <a:r>
              <a:rPr lang="en-US" sz="2100" dirty="0"/>
              <a:t> </a:t>
            </a:r>
            <a:r>
              <a:rPr lang="en-US" sz="2100" dirty="0" err="1"/>
              <a:t>Javascript</a:t>
            </a:r>
            <a:r>
              <a:rPr lang="en-US" sz="2100" dirty="0"/>
              <a:t> </a:t>
            </a:r>
            <a:r>
              <a:rPr lang="en-US" sz="2100" dirty="0" err="1"/>
              <a:t>nesneleriyle</a:t>
            </a:r>
            <a:r>
              <a:rPr lang="en-US" sz="2100" dirty="0"/>
              <a:t> </a:t>
            </a:r>
            <a:r>
              <a:rPr lang="en-US" sz="2100" dirty="0" err="1"/>
              <a:t>çalışalım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baslik</a:t>
            </a:r>
            <a:r>
              <a:rPr lang="en-US" sz="2100" dirty="0"/>
              <a:t> </a:t>
            </a:r>
            <a:r>
              <a:rPr lang="en-US" sz="2100" dirty="0" err="1"/>
              <a:t>isimli</a:t>
            </a:r>
            <a:r>
              <a:rPr lang="en-US" sz="2100" dirty="0"/>
              <a:t> </a:t>
            </a:r>
            <a:r>
              <a:rPr lang="en-US" sz="2100" dirty="0" err="1"/>
              <a:t>basit</a:t>
            </a:r>
            <a:r>
              <a:rPr lang="en-US" sz="2100" dirty="0"/>
              <a:t> </a:t>
            </a:r>
            <a:r>
              <a:rPr lang="en-US" sz="2100" dirty="0" err="1"/>
              <a:t>değişken</a:t>
            </a:r>
            <a:r>
              <a:rPr lang="en-US" sz="2100" dirty="0"/>
              <a:t> </a:t>
            </a:r>
            <a:r>
              <a:rPr lang="en-US" sz="2100" dirty="0" err="1"/>
              <a:t>yerine</a:t>
            </a:r>
            <a:r>
              <a:rPr lang="en-US" sz="2100" dirty="0"/>
              <a:t> </a:t>
            </a:r>
            <a:r>
              <a:rPr lang="en-US" sz="2100" dirty="0" err="1"/>
              <a:t>karsilama</a:t>
            </a:r>
            <a:r>
              <a:rPr lang="en-US" sz="2100" dirty="0"/>
              <a:t> </a:t>
            </a:r>
            <a:r>
              <a:rPr lang="en-US" sz="2100" dirty="0" err="1"/>
              <a:t>isimli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nesne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bu </a:t>
            </a:r>
            <a:r>
              <a:rPr lang="en-US" sz="2100" dirty="0" err="1"/>
              <a:t>nesnenin</a:t>
            </a:r>
            <a:r>
              <a:rPr lang="en-US" sz="2100" dirty="0"/>
              <a:t> </a:t>
            </a:r>
            <a:r>
              <a:rPr lang="en-US" sz="2100" dirty="0" err="1"/>
              <a:t>içinde</a:t>
            </a:r>
            <a:r>
              <a:rPr lang="en-US" sz="2100" dirty="0"/>
              <a:t> </a:t>
            </a:r>
            <a:r>
              <a:rPr lang="en-US" sz="2100" dirty="0" err="1"/>
              <a:t>selamlama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baslik</a:t>
            </a:r>
            <a:r>
              <a:rPr lang="en-US" sz="2100" dirty="0"/>
              <a:t> alt </a:t>
            </a:r>
            <a:r>
              <a:rPr lang="en-US" sz="2100" dirty="0" err="1"/>
              <a:t>değişkenleri</a:t>
            </a:r>
            <a:r>
              <a:rPr lang="en-US" sz="2100" dirty="0"/>
              <a:t> </a:t>
            </a:r>
            <a:r>
              <a:rPr lang="en-US" sz="2100" dirty="0" err="1"/>
              <a:t>tanımlayalım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D67715-D9D3-79C1-6DB0-6267A73F1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46770"/>
            <a:ext cx="5401922" cy="360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709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7772400" cy="553998"/>
          </a:xfrm>
        </p:spPr>
        <p:txBody>
          <a:bodyPr/>
          <a:lstStyle/>
          <a:p>
            <a:r>
              <a:rPr lang="tr-TR" dirty="0"/>
              <a:t>JSX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 err="1"/>
              <a:t>Süslü</a:t>
            </a:r>
            <a:r>
              <a:rPr lang="en-US" sz="2100" dirty="0"/>
              <a:t> </a:t>
            </a:r>
            <a:r>
              <a:rPr lang="en-US" sz="2100" dirty="0" err="1"/>
              <a:t>parantezler</a:t>
            </a:r>
            <a:r>
              <a:rPr lang="en-US" sz="2100" dirty="0"/>
              <a:t> </a:t>
            </a:r>
            <a:r>
              <a:rPr lang="en-US" sz="2100" dirty="0" err="1"/>
              <a:t>içindeki</a:t>
            </a:r>
            <a:r>
              <a:rPr lang="en-US" sz="2100" dirty="0"/>
              <a:t> her </a:t>
            </a:r>
            <a:r>
              <a:rPr lang="en-US" sz="2100" dirty="0" err="1"/>
              <a:t>şey</a:t>
            </a:r>
            <a:r>
              <a:rPr lang="en-US" sz="2100" dirty="0"/>
              <a:t> </a:t>
            </a:r>
            <a:r>
              <a:rPr lang="en-US" sz="2100" dirty="0" err="1"/>
              <a:t>Javascript’e</a:t>
            </a:r>
            <a:r>
              <a:rPr lang="en-US" sz="2100" dirty="0"/>
              <a:t> </a:t>
            </a:r>
            <a:r>
              <a:rPr lang="en-US" sz="2100" dirty="0" err="1"/>
              <a:t>dönüştürülecektir</a:t>
            </a:r>
            <a:r>
              <a:rPr lang="en-US" sz="2100" dirty="0"/>
              <a:t>. </a:t>
            </a:r>
            <a:r>
              <a:rPr lang="en-US" sz="2100" dirty="0" err="1"/>
              <a:t>Değişken</a:t>
            </a:r>
            <a:r>
              <a:rPr lang="en-US" sz="2100" dirty="0"/>
              <a:t> </a:t>
            </a:r>
            <a:r>
              <a:rPr lang="en-US" sz="2100" dirty="0" err="1"/>
              <a:t>tanımlamanın</a:t>
            </a:r>
            <a:r>
              <a:rPr lang="en-US" sz="2100" dirty="0"/>
              <a:t> </a:t>
            </a:r>
            <a:r>
              <a:rPr lang="en-US" sz="2100" dirty="0" err="1"/>
              <a:t>yanında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fonksiyon</a:t>
            </a:r>
            <a:r>
              <a:rPr lang="en-US" sz="2100" dirty="0"/>
              <a:t> da </a:t>
            </a:r>
            <a:r>
              <a:rPr lang="en-US" sz="2100" dirty="0" err="1"/>
              <a:t>tanımlayabilir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bu </a:t>
            </a:r>
            <a:r>
              <a:rPr lang="en-US" sz="2100" dirty="0" err="1"/>
              <a:t>fonksiyonu</a:t>
            </a:r>
            <a:r>
              <a:rPr lang="en-US" sz="2100" dirty="0"/>
              <a:t> </a:t>
            </a:r>
            <a:r>
              <a:rPr lang="en-US" sz="2100" dirty="0" err="1"/>
              <a:t>süslü</a:t>
            </a:r>
            <a:r>
              <a:rPr lang="en-US" sz="2100" dirty="0"/>
              <a:t> </a:t>
            </a:r>
            <a:r>
              <a:rPr lang="en-US" sz="2100" dirty="0" err="1"/>
              <a:t>parantezler</a:t>
            </a:r>
            <a:r>
              <a:rPr lang="en-US" sz="2100" dirty="0"/>
              <a:t> </a:t>
            </a:r>
            <a:r>
              <a:rPr lang="en-US" sz="2100" dirty="0" err="1"/>
              <a:t>içinde</a:t>
            </a:r>
            <a:r>
              <a:rPr lang="en-US" sz="2100" dirty="0"/>
              <a:t> </a:t>
            </a:r>
            <a:r>
              <a:rPr lang="en-US" sz="2100" dirty="0" err="1"/>
              <a:t>kullanarak</a:t>
            </a:r>
            <a:r>
              <a:rPr lang="en-US" sz="2100" dirty="0"/>
              <a:t> </a:t>
            </a:r>
            <a:r>
              <a:rPr lang="en-US" sz="2100" dirty="0" err="1"/>
              <a:t>çağırabilirsiniz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7ABD31-96E6-67EC-478D-AA090FA90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362200"/>
            <a:ext cx="5574042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74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7772400" cy="553998"/>
          </a:xfrm>
        </p:spPr>
        <p:txBody>
          <a:bodyPr/>
          <a:lstStyle/>
          <a:p>
            <a:r>
              <a:rPr lang="tr-TR" dirty="0"/>
              <a:t>Listeler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 err="1"/>
              <a:t>React'te</a:t>
            </a:r>
            <a:r>
              <a:rPr lang="en-US" sz="2100" dirty="0"/>
              <a:t>, </a:t>
            </a:r>
            <a:r>
              <a:rPr lang="en-US" sz="2100" dirty="0" err="1"/>
              <a:t>dizinin</a:t>
            </a:r>
            <a:r>
              <a:rPr lang="en-US" sz="2100" dirty="0"/>
              <a:t>/array </a:t>
            </a:r>
            <a:r>
              <a:rPr lang="en-US" sz="2100" dirty="0" err="1"/>
              <a:t>yerleşik</a:t>
            </a:r>
            <a:r>
              <a:rPr lang="en-US" sz="2100" dirty="0"/>
              <a:t> map() </a:t>
            </a:r>
            <a:r>
              <a:rPr lang="en-US" sz="2100" dirty="0" err="1"/>
              <a:t>metodu</a:t>
            </a:r>
            <a:r>
              <a:rPr lang="en-US" sz="2100" dirty="0"/>
              <a:t> </a:t>
            </a:r>
            <a:r>
              <a:rPr lang="en-US" sz="2100" dirty="0" err="1"/>
              <a:t>kullanılarak</a:t>
            </a:r>
            <a:r>
              <a:rPr lang="en-US" sz="2100" dirty="0"/>
              <a:t>  </a:t>
            </a:r>
            <a:r>
              <a:rPr lang="en-US" sz="2100" dirty="0" err="1"/>
              <a:t>listeleme</a:t>
            </a:r>
            <a:r>
              <a:rPr lang="en-US" sz="2100" dirty="0"/>
              <a:t> </a:t>
            </a:r>
            <a:r>
              <a:rPr lang="en-US" sz="2100" dirty="0" err="1"/>
              <a:t>işlemleri</a:t>
            </a:r>
            <a:r>
              <a:rPr lang="en-US" sz="2100" dirty="0"/>
              <a:t> </a:t>
            </a:r>
            <a:r>
              <a:rPr lang="en-US" sz="2100" dirty="0" err="1"/>
              <a:t>yapılır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2A469B-6FE4-F8A1-C18F-F89B670F6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27" y="2438400"/>
            <a:ext cx="3952875" cy="320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B59625-0DFB-E408-8636-3FF275A7A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500" y="2362200"/>
            <a:ext cx="4158762" cy="3352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6FA2EB-C9BA-39C2-B9C9-9452909E7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6031316"/>
            <a:ext cx="58420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13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7772400" cy="553998"/>
          </a:xfrm>
        </p:spPr>
        <p:txBody>
          <a:bodyPr/>
          <a:lstStyle/>
          <a:p>
            <a:r>
              <a:rPr lang="tr-TR" dirty="0"/>
              <a:t>Listeler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 err="1"/>
              <a:t>Listedeki</a:t>
            </a:r>
            <a:r>
              <a:rPr lang="en-US" sz="2100" dirty="0"/>
              <a:t> her </a:t>
            </a:r>
            <a:r>
              <a:rPr lang="en-US" sz="2100" dirty="0" err="1"/>
              <a:t>bir</a:t>
            </a:r>
            <a:r>
              <a:rPr lang="en-US" sz="2100" dirty="0"/>
              <a:t> React </a:t>
            </a:r>
            <a:r>
              <a:rPr lang="en-US" sz="2100" dirty="0" err="1"/>
              <a:t>elemanının</a:t>
            </a:r>
            <a:r>
              <a:rPr lang="en-US" sz="2100" dirty="0"/>
              <a:t> </a:t>
            </a:r>
            <a:r>
              <a:rPr lang="en-US" sz="2100" dirty="0" err="1"/>
              <a:t>benzersiz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key </a:t>
            </a:r>
            <a:r>
              <a:rPr lang="en-US" sz="2100" dirty="0" err="1"/>
              <a:t>alanı</a:t>
            </a:r>
            <a:r>
              <a:rPr lang="en-US" sz="2100" dirty="0"/>
              <a:t> </a:t>
            </a:r>
            <a:r>
              <a:rPr lang="en-US" sz="2100" dirty="0" err="1"/>
              <a:t>olmalıdır</a:t>
            </a:r>
            <a:r>
              <a:rPr lang="en-US" sz="2100" dirty="0"/>
              <a:t>.</a:t>
            </a:r>
          </a:p>
          <a:p>
            <a:r>
              <a:rPr lang="en-US" sz="2100" dirty="0"/>
              <a:t>Örnek: </a:t>
            </a:r>
            <a:r>
              <a:rPr lang="en-US" sz="2100" dirty="0">
                <a:hlinkClick r:id="rId3"/>
              </a:rPr>
              <a:t>https://codesandbox.io/s/kind-frost-woyu4n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F9823B-F5DE-C6D4-89B7-29517FBB3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417975"/>
            <a:ext cx="4189478" cy="27406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781AEB-0D89-AF8B-D39E-E9528B66F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6834" y="2318258"/>
            <a:ext cx="4345294" cy="294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408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Bileşen Oluşturma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 err="1"/>
              <a:t>Bileşenler</a:t>
            </a:r>
            <a:r>
              <a:rPr lang="en-US" sz="2100" dirty="0"/>
              <a:t>, her React </a:t>
            </a:r>
            <a:r>
              <a:rPr lang="en-US" sz="2100" dirty="0" err="1"/>
              <a:t>uygulamasının</a:t>
            </a:r>
            <a:r>
              <a:rPr lang="en-US" sz="2100" dirty="0"/>
              <a:t> </a:t>
            </a:r>
            <a:r>
              <a:rPr lang="en-US" sz="2100" dirty="0" err="1"/>
              <a:t>temelidir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Uygulamanız</a:t>
            </a:r>
            <a:r>
              <a:rPr lang="en-US" sz="2100" dirty="0"/>
              <a:t> </a:t>
            </a:r>
            <a:r>
              <a:rPr lang="en-US" sz="2100" dirty="0" err="1"/>
              <a:t>büyüdükçe</a:t>
            </a:r>
            <a:r>
              <a:rPr lang="en-US" sz="2100" dirty="0"/>
              <a:t>, </a:t>
            </a:r>
            <a:r>
              <a:rPr lang="en-US" sz="2100" dirty="0" err="1"/>
              <a:t>yönetmeniz</a:t>
            </a:r>
            <a:r>
              <a:rPr lang="en-US" sz="2100" dirty="0"/>
              <a:t> </a:t>
            </a:r>
            <a:r>
              <a:rPr lang="en-US" sz="2100" dirty="0" err="1"/>
              <a:t>gereken</a:t>
            </a:r>
            <a:r>
              <a:rPr lang="en-US" sz="2100" dirty="0"/>
              <a:t>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fazla</a:t>
            </a:r>
            <a:r>
              <a:rPr lang="en-US" sz="2100" dirty="0"/>
              <a:t> </a:t>
            </a:r>
            <a:r>
              <a:rPr lang="en-US" sz="2100" dirty="0" err="1"/>
              <a:t>bileşen</a:t>
            </a:r>
            <a:r>
              <a:rPr lang="en-US" sz="2100" dirty="0"/>
              <a:t> </a:t>
            </a:r>
            <a:r>
              <a:rPr lang="en-US" sz="2100" dirty="0" err="1"/>
              <a:t>olacaktır</a:t>
            </a:r>
            <a:r>
              <a:rPr lang="en-US" sz="2100" dirty="0"/>
              <a:t>.</a:t>
            </a:r>
          </a:p>
          <a:p>
            <a:r>
              <a:rPr lang="en-US" sz="2100" dirty="0"/>
              <a:t>Her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işlevi</a:t>
            </a:r>
            <a:r>
              <a:rPr lang="en-US" sz="2100" dirty="0"/>
              <a:t> </a:t>
            </a:r>
            <a:r>
              <a:rPr lang="en-US" sz="2100" dirty="0" err="1"/>
              <a:t>vardır</a:t>
            </a:r>
            <a:r>
              <a:rPr lang="en-US" sz="2100" dirty="0"/>
              <a:t>. </a:t>
            </a:r>
            <a:r>
              <a:rPr lang="en-US" sz="2100" dirty="0" err="1"/>
              <a:t>Şimdiye</a:t>
            </a:r>
            <a:r>
              <a:rPr lang="en-US" sz="2100" dirty="0"/>
              <a:t> </a:t>
            </a:r>
            <a:r>
              <a:rPr lang="en-US" sz="2100" dirty="0" err="1"/>
              <a:t>kadar</a:t>
            </a:r>
            <a:r>
              <a:rPr lang="en-US" sz="2100" dirty="0"/>
              <a:t> </a:t>
            </a:r>
            <a:r>
              <a:rPr lang="en-US" sz="2100" dirty="0" err="1"/>
              <a:t>yalnızca</a:t>
            </a:r>
            <a:r>
              <a:rPr lang="en-US" sz="2100" dirty="0"/>
              <a:t> </a:t>
            </a:r>
            <a:r>
              <a:rPr lang="en-US" sz="2100" b="1" dirty="0"/>
              <a:t>App </a:t>
            </a:r>
            <a:r>
              <a:rPr lang="en-US" sz="2100" dirty="0" err="1"/>
              <a:t>bileşenini</a:t>
            </a:r>
            <a:r>
              <a:rPr lang="en-US" sz="2100" dirty="0"/>
              <a:t> </a:t>
            </a:r>
            <a:r>
              <a:rPr lang="en-US" sz="2100" dirty="0" err="1"/>
              <a:t>kullandık</a:t>
            </a:r>
            <a:r>
              <a:rPr lang="en-US" sz="2100" dirty="0"/>
              <a:t>. </a:t>
            </a:r>
            <a:r>
              <a:rPr lang="en-US" sz="2100" dirty="0" err="1"/>
              <a:t>Bileşenlerin</a:t>
            </a:r>
            <a:r>
              <a:rPr lang="en-US" sz="2100" dirty="0"/>
              <a:t> </a:t>
            </a:r>
            <a:r>
              <a:rPr lang="en-US" sz="2100" dirty="0" err="1"/>
              <a:t>uygulamanızın</a:t>
            </a:r>
            <a:r>
              <a:rPr lang="en-US" sz="2100" dirty="0"/>
              <a:t> </a:t>
            </a:r>
            <a:r>
              <a:rPr lang="en-US" sz="2100" dirty="0" err="1"/>
              <a:t>boyutuna</a:t>
            </a:r>
            <a:r>
              <a:rPr lang="en-US" sz="2100" dirty="0"/>
              <a:t> </a:t>
            </a:r>
            <a:r>
              <a:rPr lang="en-US" sz="2100" dirty="0" err="1"/>
              <a:t>göre</a:t>
            </a:r>
            <a:r>
              <a:rPr lang="en-US" sz="2100" dirty="0"/>
              <a:t> </a:t>
            </a:r>
            <a:r>
              <a:rPr lang="en-US" sz="2100" dirty="0" err="1"/>
              <a:t>ölçeklenmesi</a:t>
            </a:r>
            <a:r>
              <a:rPr lang="en-US" sz="2100" dirty="0"/>
              <a:t> </a:t>
            </a:r>
            <a:r>
              <a:rPr lang="en-US" sz="2100" dirty="0" err="1"/>
              <a:t>gerektiğinden</a:t>
            </a:r>
            <a:r>
              <a:rPr lang="en-US" sz="2100" dirty="0"/>
              <a:t>, </a:t>
            </a:r>
            <a:r>
              <a:rPr lang="en-US" sz="2100" dirty="0" err="1"/>
              <a:t>bunun</a:t>
            </a:r>
            <a:r>
              <a:rPr lang="en-US" sz="2100" dirty="0"/>
              <a:t> </a:t>
            </a:r>
            <a:r>
              <a:rPr lang="en-US" sz="2100" dirty="0" err="1"/>
              <a:t>sonu</a:t>
            </a:r>
            <a:r>
              <a:rPr lang="en-US" sz="2100" dirty="0"/>
              <a:t> </a:t>
            </a:r>
            <a:r>
              <a:rPr lang="en-US" sz="2100" dirty="0" err="1"/>
              <a:t>pek</a:t>
            </a:r>
            <a:r>
              <a:rPr lang="en-US" sz="2100" dirty="0"/>
              <a:t> </a:t>
            </a:r>
            <a:r>
              <a:rPr lang="en-US" sz="2100" dirty="0" err="1"/>
              <a:t>iyi</a:t>
            </a:r>
            <a:r>
              <a:rPr lang="en-US" sz="2100" dirty="0"/>
              <a:t> </a:t>
            </a:r>
            <a:r>
              <a:rPr lang="en-US" sz="2100" dirty="0" err="1"/>
              <a:t>olmayacaktır</a:t>
            </a:r>
            <a:r>
              <a:rPr lang="en-US" sz="2100" dirty="0"/>
              <a:t>. </a:t>
            </a:r>
          </a:p>
          <a:p>
            <a:r>
              <a:rPr lang="en-US" sz="2100" dirty="0"/>
              <a:t>Bu </a:t>
            </a:r>
            <a:r>
              <a:rPr lang="en-US" sz="2100" dirty="0" err="1"/>
              <a:t>nedenle</a:t>
            </a:r>
            <a:r>
              <a:rPr lang="en-US" sz="2100" dirty="0"/>
              <a:t>,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bileşeni</a:t>
            </a:r>
            <a:r>
              <a:rPr lang="en-US" sz="2100" dirty="0"/>
              <a:t> </a:t>
            </a:r>
            <a:r>
              <a:rPr lang="en-US" sz="2100" dirty="0" err="1"/>
              <a:t>zamanla</a:t>
            </a:r>
            <a:r>
              <a:rPr lang="en-US" sz="2100" dirty="0"/>
              <a:t>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büyük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karmaşık</a:t>
            </a:r>
            <a:r>
              <a:rPr lang="en-US" sz="2100" dirty="0"/>
              <a:t> hale </a:t>
            </a:r>
            <a:r>
              <a:rPr lang="en-US" sz="2100" dirty="0" err="1"/>
              <a:t>getirmek</a:t>
            </a:r>
            <a:r>
              <a:rPr lang="en-US" sz="2100" dirty="0"/>
              <a:t> </a:t>
            </a:r>
            <a:r>
              <a:rPr lang="en-US" sz="2100" dirty="0" err="1"/>
              <a:t>yerine</a:t>
            </a:r>
            <a:r>
              <a:rPr lang="en-US" sz="2100" dirty="0"/>
              <a:t>,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bileşeni</a:t>
            </a:r>
            <a:r>
              <a:rPr lang="en-US" sz="2100" dirty="0"/>
              <a:t> </a:t>
            </a:r>
            <a:r>
              <a:rPr lang="en-US" sz="2100" dirty="0" err="1"/>
              <a:t>birden</a:t>
            </a:r>
            <a:r>
              <a:rPr lang="en-US" sz="2100" dirty="0"/>
              <a:t> </a:t>
            </a:r>
            <a:r>
              <a:rPr lang="en-US" sz="2100" dirty="0" err="1"/>
              <a:t>çok</a:t>
            </a:r>
            <a:r>
              <a:rPr lang="en-US" sz="2100" dirty="0"/>
              <a:t> </a:t>
            </a:r>
            <a:r>
              <a:rPr lang="en-US" sz="2100" dirty="0" err="1"/>
              <a:t>bileşene</a:t>
            </a:r>
            <a:r>
              <a:rPr lang="en-US" sz="2100" dirty="0"/>
              <a:t> </a:t>
            </a:r>
            <a:r>
              <a:rPr lang="en-US" sz="2100" dirty="0" err="1"/>
              <a:t>bölmek</a:t>
            </a:r>
            <a:r>
              <a:rPr lang="en-US" sz="2100" dirty="0"/>
              <a:t>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yönetilebilir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yapı</a:t>
            </a:r>
            <a:r>
              <a:rPr lang="en-US" sz="2100" dirty="0"/>
              <a:t> </a:t>
            </a:r>
            <a:r>
              <a:rPr lang="en-US" sz="2100" dirty="0" err="1"/>
              <a:t>sunacaktır</a:t>
            </a:r>
            <a:r>
              <a:rPr lang="en-US" sz="2100" dirty="0"/>
              <a:t>. </a:t>
            </a:r>
          </a:p>
          <a:p>
            <a:r>
              <a:rPr lang="en-US" sz="2100" dirty="0"/>
              <a:t>Bu </a:t>
            </a:r>
            <a:r>
              <a:rPr lang="en-US" sz="2100" dirty="0" err="1"/>
              <a:t>nedenle</a:t>
            </a:r>
            <a:r>
              <a:rPr lang="en-US" sz="2100" dirty="0"/>
              <a:t>, App </a:t>
            </a:r>
            <a:r>
              <a:rPr lang="en-US" sz="2100" dirty="0" err="1"/>
              <a:t>bileşeninden</a:t>
            </a:r>
            <a:r>
              <a:rPr lang="en-US" sz="2100" dirty="0"/>
              <a:t> </a:t>
            </a:r>
            <a:r>
              <a:rPr lang="en-US" sz="2100" dirty="0" err="1"/>
              <a:t>listeleme</a:t>
            </a:r>
            <a:r>
              <a:rPr lang="en-US" sz="2100" dirty="0"/>
              <a:t> </a:t>
            </a:r>
            <a:r>
              <a:rPr lang="en-US" sz="2100" dirty="0" err="1"/>
              <a:t>işlevleri</a:t>
            </a:r>
            <a:r>
              <a:rPr lang="en-US" sz="2100" dirty="0"/>
              <a:t> </a:t>
            </a:r>
            <a:r>
              <a:rPr lang="en-US" sz="2100" dirty="0" err="1"/>
              <a:t>çıkarıp</a:t>
            </a:r>
            <a:r>
              <a:rPr lang="en-US" sz="2100" dirty="0"/>
              <a:t>, yeni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Liste</a:t>
            </a:r>
            <a:r>
              <a:rPr lang="en-US" sz="2100" dirty="0"/>
              <a:t> </a:t>
            </a:r>
            <a:r>
              <a:rPr lang="en-US" sz="2100" dirty="0" err="1"/>
              <a:t>bileşeni</a:t>
            </a:r>
            <a:r>
              <a:rPr lang="en-US" sz="2100" dirty="0"/>
              <a:t> </a:t>
            </a:r>
            <a:r>
              <a:rPr lang="en-US" sz="2100" dirty="0" err="1"/>
              <a:t>oluşturacak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listeleme</a:t>
            </a:r>
            <a:r>
              <a:rPr lang="en-US" sz="2100" dirty="0"/>
              <a:t> </a:t>
            </a:r>
            <a:r>
              <a:rPr lang="en-US" sz="2100" dirty="0" err="1"/>
              <a:t>görevini</a:t>
            </a:r>
            <a:r>
              <a:rPr lang="en-US" sz="2100" dirty="0"/>
              <a:t> bu </a:t>
            </a:r>
            <a:r>
              <a:rPr lang="en-US" sz="2100" dirty="0" err="1"/>
              <a:t>bileşene</a:t>
            </a:r>
            <a:r>
              <a:rPr lang="en-US" sz="2100" dirty="0"/>
              <a:t> </a:t>
            </a:r>
            <a:r>
              <a:rPr lang="en-US" sz="2100" dirty="0" err="1"/>
              <a:t>vereceğiz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2323554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7772400" cy="553998"/>
          </a:xfrm>
        </p:spPr>
        <p:txBody>
          <a:bodyPr/>
          <a:lstStyle/>
          <a:p>
            <a:r>
              <a:rPr lang="tr-TR" dirty="0"/>
              <a:t>Bileşen Oluşturma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0BFE4DF-211B-0D86-88D8-10A3F46A2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7913" y="2286000"/>
            <a:ext cx="4174210" cy="2885620"/>
          </a:xfrm>
        </p:spPr>
      </p:pic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F921F5-0D3F-26F7-ECC4-51D07EC04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2981" y="2286000"/>
            <a:ext cx="4453106" cy="25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7790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Bileşen Oluşturma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/>
              <a:t>İlk </a:t>
            </a:r>
            <a:r>
              <a:rPr lang="en-US" sz="2100" dirty="0" err="1"/>
              <a:t>bileşeninizi</a:t>
            </a:r>
            <a:r>
              <a:rPr lang="en-US" sz="2100" dirty="0"/>
              <a:t> </a:t>
            </a:r>
            <a:r>
              <a:rPr lang="en-US" sz="2100" dirty="0" err="1"/>
              <a:t>oluşturdunuz</a:t>
            </a:r>
            <a:r>
              <a:rPr lang="en-US" sz="2100" dirty="0"/>
              <a:t>.</a:t>
            </a:r>
          </a:p>
          <a:p>
            <a:r>
              <a:rPr lang="en-US" sz="2100" dirty="0"/>
              <a:t>Bu </a:t>
            </a:r>
            <a:r>
              <a:rPr lang="en-US" sz="2100" dirty="0" err="1"/>
              <a:t>örneği</a:t>
            </a:r>
            <a:r>
              <a:rPr lang="en-US" sz="2100" dirty="0"/>
              <a:t> </a:t>
            </a:r>
            <a:r>
              <a:rPr lang="en-US" sz="2100" dirty="0" err="1"/>
              <a:t>göz</a:t>
            </a:r>
            <a:r>
              <a:rPr lang="en-US" sz="2100" dirty="0"/>
              <a:t> </a:t>
            </a:r>
            <a:r>
              <a:rPr lang="en-US" sz="2100" dirty="0" err="1"/>
              <a:t>önünde</a:t>
            </a:r>
            <a:r>
              <a:rPr lang="en-US" sz="2100" dirty="0"/>
              <a:t> </a:t>
            </a:r>
            <a:r>
              <a:rPr lang="en-US" sz="2100" dirty="0" err="1"/>
              <a:t>bulundurarak</a:t>
            </a:r>
            <a:r>
              <a:rPr lang="en-US" sz="2100" dirty="0"/>
              <a:t>, </a:t>
            </a:r>
            <a:r>
              <a:rPr lang="en-US" sz="2100" dirty="0" err="1"/>
              <a:t>bileşenlerin</a:t>
            </a:r>
            <a:r>
              <a:rPr lang="en-US" sz="2100" dirty="0"/>
              <a:t>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büyük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React </a:t>
            </a:r>
            <a:r>
              <a:rPr lang="en-US" sz="2100" dirty="0" err="1"/>
              <a:t>projesini</a:t>
            </a:r>
            <a:r>
              <a:rPr lang="en-US" sz="2100" dirty="0"/>
              <a:t> </a:t>
            </a:r>
            <a:r>
              <a:rPr lang="en-US" sz="2100" dirty="0" err="1"/>
              <a:t>nasıl</a:t>
            </a:r>
            <a:r>
              <a:rPr lang="en-US" sz="2100" dirty="0"/>
              <a:t> </a:t>
            </a:r>
            <a:r>
              <a:rPr lang="en-US" sz="2100" dirty="0" err="1"/>
              <a:t>iyileştirdiğini</a:t>
            </a:r>
            <a:r>
              <a:rPr lang="en-US" sz="2100" dirty="0"/>
              <a:t>, </a:t>
            </a:r>
            <a:r>
              <a:rPr lang="en-US" sz="2100" dirty="0" err="1"/>
              <a:t>anlamlı</a:t>
            </a:r>
            <a:r>
              <a:rPr lang="en-US" sz="2100" dirty="0"/>
              <a:t> </a:t>
            </a:r>
            <a:r>
              <a:rPr lang="en-US" sz="2100" dirty="0" err="1"/>
              <a:t>görevleri</a:t>
            </a:r>
            <a:r>
              <a:rPr lang="en-US" sz="2100" dirty="0"/>
              <a:t> </a:t>
            </a:r>
            <a:r>
              <a:rPr lang="en-US" sz="2100" dirty="0" err="1"/>
              <a:t>nasıl</a:t>
            </a:r>
            <a:r>
              <a:rPr lang="en-US" sz="2100" dirty="0"/>
              <a:t> </a:t>
            </a:r>
            <a:r>
              <a:rPr lang="en-US" sz="2100" dirty="0" err="1"/>
              <a:t>özetlediğini</a:t>
            </a:r>
            <a:r>
              <a:rPr lang="en-US" sz="2100" dirty="0"/>
              <a:t> </a:t>
            </a:r>
            <a:r>
              <a:rPr lang="en-US" sz="2100" dirty="0" err="1"/>
              <a:t>görebiliriz</a:t>
            </a:r>
            <a:r>
              <a:rPr lang="en-US" sz="2100" dirty="0"/>
              <a:t>. </a:t>
            </a:r>
          </a:p>
          <a:p>
            <a:r>
              <a:rPr lang="en-US" sz="2100" dirty="0"/>
              <a:t>Bir </a:t>
            </a:r>
            <a:r>
              <a:rPr lang="en-US" sz="2100" dirty="0" err="1"/>
              <a:t>bileşen</a:t>
            </a:r>
            <a:r>
              <a:rPr lang="en-US" sz="2100" dirty="0"/>
              <a:t> </a:t>
            </a:r>
            <a:r>
              <a:rPr lang="en-US" sz="2100" dirty="0" err="1"/>
              <a:t>oluşturmak</a:t>
            </a:r>
            <a:r>
              <a:rPr lang="en-US" sz="2100" dirty="0"/>
              <a:t>, </a:t>
            </a:r>
            <a:r>
              <a:rPr lang="en-US" sz="2100" dirty="0" err="1"/>
              <a:t>bir</a:t>
            </a:r>
            <a:r>
              <a:rPr lang="en-US" sz="2100" dirty="0"/>
              <a:t> React </a:t>
            </a:r>
            <a:r>
              <a:rPr lang="en-US" sz="2100" dirty="0" err="1"/>
              <a:t>geliştiricisi</a:t>
            </a:r>
            <a:r>
              <a:rPr lang="en-US" sz="2100" dirty="0"/>
              <a:t>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çok</a:t>
            </a:r>
            <a:r>
              <a:rPr lang="en-US" sz="2100" dirty="0"/>
              <a:t> </a:t>
            </a:r>
            <a:r>
              <a:rPr lang="en-US" sz="2100" dirty="0" err="1"/>
              <a:t>sık</a:t>
            </a:r>
            <a:r>
              <a:rPr lang="en-US" sz="2100" dirty="0"/>
              <a:t> </a:t>
            </a:r>
            <a:r>
              <a:rPr lang="en-US" sz="2100" dirty="0" err="1"/>
              <a:t>gerçekleştireceğiniz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görevdir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Çünkü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boyutu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karmaşıklığı</a:t>
            </a:r>
            <a:r>
              <a:rPr lang="en-US" sz="2100" dirty="0"/>
              <a:t> her zaman </a:t>
            </a:r>
            <a:r>
              <a:rPr lang="en-US" sz="2100" dirty="0" err="1"/>
              <a:t>büyüyecektir</a:t>
            </a:r>
            <a:r>
              <a:rPr lang="en-US" sz="2100" dirty="0"/>
              <a:t>. </a:t>
            </a:r>
            <a:r>
              <a:rPr lang="en-US" sz="2100" dirty="0" err="1"/>
              <a:t>Büyük</a:t>
            </a:r>
            <a:r>
              <a:rPr lang="en-US" sz="2100" dirty="0"/>
              <a:t> </a:t>
            </a:r>
            <a:r>
              <a:rPr lang="en-US" sz="2100" dirty="0" err="1"/>
              <a:t>bileşenleri</a:t>
            </a:r>
            <a:r>
              <a:rPr lang="en-US" sz="2100" dirty="0"/>
              <a:t> </a:t>
            </a:r>
            <a:r>
              <a:rPr lang="en-US" sz="2100" dirty="0" err="1"/>
              <a:t>küçük</a:t>
            </a:r>
            <a:r>
              <a:rPr lang="en-US" sz="2100" dirty="0"/>
              <a:t> </a:t>
            </a:r>
            <a:r>
              <a:rPr lang="en-US" sz="2100" dirty="0" err="1"/>
              <a:t>bileşenlere</a:t>
            </a:r>
            <a:r>
              <a:rPr lang="en-US" sz="2100" dirty="0"/>
              <a:t> </a:t>
            </a:r>
            <a:r>
              <a:rPr lang="en-US" sz="2100" dirty="0" err="1"/>
              <a:t>parçalayarak</a:t>
            </a:r>
            <a:r>
              <a:rPr lang="en-US" sz="2100" dirty="0"/>
              <a:t> </a:t>
            </a:r>
            <a:r>
              <a:rPr lang="en-US" sz="2100" dirty="0" err="1"/>
              <a:t>projenizi</a:t>
            </a:r>
            <a:r>
              <a:rPr lang="en-US" sz="2100" dirty="0"/>
              <a:t>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esnek</a:t>
            </a:r>
            <a:r>
              <a:rPr lang="en-US" sz="2100" dirty="0"/>
              <a:t>,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yönetilebilir</a:t>
            </a:r>
            <a:r>
              <a:rPr lang="en-US" sz="2100" dirty="0"/>
              <a:t> </a:t>
            </a:r>
            <a:r>
              <a:rPr lang="en-US" sz="2100" dirty="0" err="1"/>
              <a:t>yapabilirsiniz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Şimdi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işlevini</a:t>
            </a:r>
            <a:r>
              <a:rPr lang="en-US" sz="2100" dirty="0"/>
              <a:t> App </a:t>
            </a:r>
            <a:r>
              <a:rPr lang="en-US" sz="2100" dirty="0" err="1"/>
              <a:t>bileşeninden</a:t>
            </a:r>
            <a:r>
              <a:rPr lang="en-US" sz="2100" dirty="0"/>
              <a:t> </a:t>
            </a:r>
            <a:r>
              <a:rPr lang="en-US" sz="2100" dirty="0" err="1"/>
              <a:t>ayıralım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kendi</a:t>
            </a:r>
            <a:r>
              <a:rPr lang="en-US" sz="2100" dirty="0"/>
              <a:t> </a:t>
            </a:r>
            <a:r>
              <a:rPr lang="en-US" sz="2100" dirty="0" err="1"/>
              <a:t>bileşenini</a:t>
            </a:r>
            <a:r>
              <a:rPr lang="en-US" sz="2100" dirty="0"/>
              <a:t> </a:t>
            </a:r>
            <a:r>
              <a:rPr lang="en-US" sz="2100" dirty="0" err="1"/>
              <a:t>oluşturalım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Sonuçta</a:t>
            </a:r>
            <a:r>
              <a:rPr lang="en-US" sz="2100" dirty="0"/>
              <a:t> App, </a:t>
            </a:r>
            <a:r>
              <a:rPr lang="en-US" sz="2100" dirty="0" err="1"/>
              <a:t>Liste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bileşenlerimiz</a:t>
            </a:r>
            <a:r>
              <a:rPr lang="en-US" sz="2100" dirty="0"/>
              <a:t> </a:t>
            </a:r>
            <a:r>
              <a:rPr lang="en-US" sz="2100" dirty="0" err="1"/>
              <a:t>olacak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1259456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7772400" cy="553998"/>
          </a:xfrm>
        </p:spPr>
        <p:txBody>
          <a:bodyPr/>
          <a:lstStyle/>
          <a:p>
            <a:r>
              <a:rPr lang="tr-TR" dirty="0"/>
              <a:t>Bileşen Oluşturma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14552D-E55C-2E0A-197E-7F8CF8AFD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99" y="2362200"/>
            <a:ext cx="3124200" cy="2692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903C31-A611-BA98-1353-430B7EF93C41}"/>
              </a:ext>
            </a:extLst>
          </p:cNvPr>
          <p:cNvSpPr txBox="1"/>
          <p:nvPr/>
        </p:nvSpPr>
        <p:spPr>
          <a:xfrm>
            <a:off x="1418946" y="5617645"/>
            <a:ext cx="59362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Örnek: </a:t>
            </a:r>
            <a:r>
              <a:rPr lang="tr-TR" sz="2000" dirty="0">
                <a:hlinkClick r:id="rId4"/>
              </a:rPr>
              <a:t>https://codesandbox.io/s/upbeat-ace-fy4yjs</a:t>
            </a:r>
            <a:endParaRPr lang="tr-TR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F82562-D96F-E43A-822F-5D66234641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9993" y="2269072"/>
            <a:ext cx="4757091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290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Bileşen Oluşturma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/>
              <a:t>React </a:t>
            </a:r>
            <a:r>
              <a:rPr lang="en-US" sz="2100" dirty="0" err="1"/>
              <a:t>uygulamalarının</a:t>
            </a:r>
            <a:r>
              <a:rPr lang="en-US" sz="2100" dirty="0"/>
              <a:t> </a:t>
            </a:r>
            <a:r>
              <a:rPr lang="en-US" sz="2100" dirty="0" err="1"/>
              <a:t>bileşen</a:t>
            </a:r>
            <a:r>
              <a:rPr lang="en-US" sz="2100" dirty="0"/>
              <a:t> </a:t>
            </a:r>
            <a:r>
              <a:rPr lang="en-US" sz="2100" dirty="0" err="1"/>
              <a:t>hiyerarşileri</a:t>
            </a:r>
            <a:r>
              <a:rPr lang="en-US" sz="2100" dirty="0"/>
              <a:t> </a:t>
            </a:r>
            <a:r>
              <a:rPr lang="en-US" sz="2100" dirty="0" err="1"/>
              <a:t>vardır</a:t>
            </a:r>
            <a:r>
              <a:rPr lang="en-US" sz="2100" dirty="0"/>
              <a:t> (component tree).</a:t>
            </a:r>
          </a:p>
          <a:p>
            <a:r>
              <a:rPr lang="en-US" sz="2100" dirty="0" err="1"/>
              <a:t>Genellikle</a:t>
            </a:r>
            <a:r>
              <a:rPr lang="en-US" sz="2100" dirty="0"/>
              <a:t>, </a:t>
            </a:r>
            <a:r>
              <a:rPr lang="en-US" sz="2100" dirty="0" err="1"/>
              <a:t>bileşenlerin</a:t>
            </a:r>
            <a:r>
              <a:rPr lang="en-US" sz="2100" dirty="0"/>
              <a:t>, </a:t>
            </a:r>
            <a:r>
              <a:rPr lang="en-US" sz="2100" dirty="0" err="1"/>
              <a:t>ağacı</a:t>
            </a:r>
            <a:r>
              <a:rPr lang="en-US" sz="2100" dirty="0"/>
              <a:t> </a:t>
            </a:r>
            <a:r>
              <a:rPr lang="en-US" sz="2100" dirty="0" err="1"/>
              <a:t>kapsayan</a:t>
            </a:r>
            <a:r>
              <a:rPr lang="en-US" sz="2100" dirty="0"/>
              <a:t> </a:t>
            </a:r>
            <a:r>
              <a:rPr lang="en-US" sz="2100" dirty="0" err="1"/>
              <a:t>en</a:t>
            </a:r>
            <a:r>
              <a:rPr lang="en-US" sz="2100" dirty="0"/>
              <a:t> </a:t>
            </a:r>
            <a:r>
              <a:rPr lang="en-US" sz="2100" dirty="0" err="1"/>
              <a:t>üstteki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giriş</a:t>
            </a:r>
            <a:r>
              <a:rPr lang="en-US" sz="2100" dirty="0"/>
              <a:t> </a:t>
            </a:r>
            <a:r>
              <a:rPr lang="en-US" sz="2100" dirty="0" err="1"/>
              <a:t>noktası</a:t>
            </a:r>
            <a:r>
              <a:rPr lang="en-US" sz="2100" dirty="0"/>
              <a:t> </a:t>
            </a:r>
            <a:r>
              <a:rPr lang="en-US" sz="2100" dirty="0" err="1"/>
              <a:t>bileşeni</a:t>
            </a:r>
            <a:r>
              <a:rPr lang="en-US" sz="2100" dirty="0"/>
              <a:t> (App </a:t>
            </a:r>
            <a:r>
              <a:rPr lang="en-US" sz="2100" dirty="0" err="1"/>
              <a:t>gibi</a:t>
            </a:r>
            <a:r>
              <a:rPr lang="en-US" sz="2100" dirty="0"/>
              <a:t>) </a:t>
            </a:r>
            <a:r>
              <a:rPr lang="en-US" sz="2100" dirty="0" err="1"/>
              <a:t>vardır</a:t>
            </a:r>
            <a:r>
              <a:rPr lang="en-US" sz="2100" dirty="0"/>
              <a:t>. </a:t>
            </a:r>
          </a:p>
          <a:p>
            <a:r>
              <a:rPr lang="en-US" sz="2100" dirty="0"/>
              <a:t>App, </a:t>
            </a:r>
            <a:r>
              <a:rPr lang="en-US" sz="2100" dirty="0" err="1"/>
              <a:t>Liste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Arama'nın</a:t>
            </a:r>
            <a:r>
              <a:rPr lang="en-US" sz="2100" dirty="0"/>
              <a:t> ana </a:t>
            </a:r>
            <a:r>
              <a:rPr lang="en-US" sz="2100" dirty="0" err="1"/>
              <a:t>bileşenidir</a:t>
            </a:r>
            <a:r>
              <a:rPr lang="en-US" sz="2100" dirty="0"/>
              <a:t>. Bu </a:t>
            </a:r>
            <a:r>
              <a:rPr lang="en-US" sz="2100" dirty="0" err="1"/>
              <a:t>nedenle</a:t>
            </a:r>
            <a:r>
              <a:rPr lang="en-US" sz="2100" dirty="0"/>
              <a:t> </a:t>
            </a:r>
            <a:r>
              <a:rPr lang="en-US" sz="2100" dirty="0" err="1"/>
              <a:t>Liste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, App </a:t>
            </a:r>
            <a:r>
              <a:rPr lang="en-US" sz="2100" dirty="0" err="1"/>
              <a:t>bileşeninin</a:t>
            </a:r>
            <a:r>
              <a:rPr lang="en-US" sz="2100" dirty="0"/>
              <a:t> alt </a:t>
            </a:r>
            <a:r>
              <a:rPr lang="en-US" sz="2100" dirty="0" err="1"/>
              <a:t>bileşenleri</a:t>
            </a:r>
            <a:r>
              <a:rPr lang="en-US" sz="2100" dirty="0"/>
              <a:t> (child)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birbirinin</a:t>
            </a:r>
            <a:r>
              <a:rPr lang="en-US" sz="2100" dirty="0"/>
              <a:t> </a:t>
            </a:r>
            <a:r>
              <a:rPr lang="en-US" sz="2100" dirty="0" err="1"/>
              <a:t>kardeş</a:t>
            </a:r>
            <a:r>
              <a:rPr lang="en-US" sz="2100" dirty="0"/>
              <a:t> (sibling) </a:t>
            </a:r>
            <a:r>
              <a:rPr lang="en-US" sz="2100" dirty="0" err="1"/>
              <a:t>bileşenleridir</a:t>
            </a:r>
            <a:r>
              <a:rPr lang="en-US" sz="2100" dirty="0"/>
              <a:t>. </a:t>
            </a:r>
          </a:p>
          <a:p>
            <a:r>
              <a:rPr lang="en-US" sz="2100" dirty="0"/>
              <a:t>Bir </a:t>
            </a:r>
            <a:r>
              <a:rPr lang="en-US" sz="2100" dirty="0" err="1"/>
              <a:t>bileşen</a:t>
            </a:r>
            <a:r>
              <a:rPr lang="en-US" sz="2100" dirty="0"/>
              <a:t> </a:t>
            </a:r>
            <a:r>
              <a:rPr lang="en-US" sz="2100" dirty="0" err="1"/>
              <a:t>ağacında</a:t>
            </a:r>
            <a:r>
              <a:rPr lang="en-US" sz="2100" dirty="0"/>
              <a:t> her zaman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kök</a:t>
            </a:r>
            <a:r>
              <a:rPr lang="en-US" sz="2100" dirty="0"/>
              <a:t> </a:t>
            </a:r>
            <a:r>
              <a:rPr lang="en-US" sz="2100" dirty="0" err="1"/>
              <a:t>bileşen</a:t>
            </a:r>
            <a:r>
              <a:rPr lang="en-US" sz="2100" dirty="0"/>
              <a:t> (</a:t>
            </a:r>
            <a:r>
              <a:rPr lang="en-US" sz="2100" dirty="0" err="1"/>
              <a:t>App.jsx</a:t>
            </a:r>
            <a:r>
              <a:rPr lang="en-US" sz="2100" dirty="0"/>
              <a:t>) </a:t>
            </a:r>
            <a:r>
              <a:rPr lang="en-US" sz="2100" dirty="0" err="1"/>
              <a:t>vardır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diğer</a:t>
            </a:r>
            <a:r>
              <a:rPr lang="en-US" sz="2100" dirty="0"/>
              <a:t> </a:t>
            </a:r>
            <a:r>
              <a:rPr lang="en-US" sz="2100" dirty="0" err="1"/>
              <a:t>bileşenleri</a:t>
            </a:r>
            <a:r>
              <a:rPr lang="en-US" sz="2100" dirty="0"/>
              <a:t> </a:t>
            </a:r>
            <a:r>
              <a:rPr lang="en-US" sz="2100" dirty="0" err="1"/>
              <a:t>oluşturmayan</a:t>
            </a:r>
            <a:r>
              <a:rPr lang="en-US" sz="2100" dirty="0"/>
              <a:t> </a:t>
            </a:r>
            <a:r>
              <a:rPr lang="en-US" sz="2100" dirty="0" err="1"/>
              <a:t>bileşenlere</a:t>
            </a:r>
            <a:r>
              <a:rPr lang="en-US" sz="2100" dirty="0"/>
              <a:t> </a:t>
            </a:r>
            <a:r>
              <a:rPr lang="en-US" sz="2100" dirty="0" err="1"/>
              <a:t>yaprak</a:t>
            </a:r>
            <a:r>
              <a:rPr lang="en-US" sz="2100" dirty="0"/>
              <a:t>/leaf </a:t>
            </a:r>
            <a:r>
              <a:rPr lang="en-US" sz="2100" dirty="0" err="1"/>
              <a:t>bileşenler</a:t>
            </a:r>
            <a:r>
              <a:rPr lang="en-US" sz="2100" dirty="0"/>
              <a:t> (</a:t>
            </a:r>
            <a:r>
              <a:rPr lang="en-US" sz="2100" dirty="0" err="1"/>
              <a:t>Liste</a:t>
            </a:r>
            <a:r>
              <a:rPr lang="en-US" sz="2100" dirty="0"/>
              <a:t>, </a:t>
            </a:r>
            <a:r>
              <a:rPr lang="en-US" sz="2100" dirty="0" err="1"/>
              <a:t>Arama</a:t>
            </a:r>
            <a:r>
              <a:rPr lang="en-US" sz="2100" dirty="0"/>
              <a:t>) </a:t>
            </a:r>
            <a:r>
              <a:rPr lang="en-US" sz="2100" dirty="0" err="1"/>
              <a:t>denir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Tüm</a:t>
            </a:r>
            <a:r>
              <a:rPr lang="en-US" sz="2100" dirty="0"/>
              <a:t> </a:t>
            </a:r>
            <a:r>
              <a:rPr lang="en-US" sz="2100" dirty="0" err="1"/>
              <a:t>bileşenlerin</a:t>
            </a:r>
            <a:r>
              <a:rPr lang="en-US" sz="2100" dirty="0"/>
              <a:t> </a:t>
            </a:r>
            <a:r>
              <a:rPr lang="en-US" sz="2100" dirty="0" err="1"/>
              <a:t>sıfır</a:t>
            </a:r>
            <a:r>
              <a:rPr lang="en-US" sz="2100" dirty="0"/>
              <a:t>,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veya</a:t>
            </a:r>
            <a:r>
              <a:rPr lang="en-US" sz="2100" dirty="0"/>
              <a:t> </a:t>
            </a:r>
            <a:r>
              <a:rPr lang="en-US" sz="2100" dirty="0" err="1"/>
              <a:t>birçok</a:t>
            </a:r>
            <a:r>
              <a:rPr lang="en-US" sz="2100" dirty="0"/>
              <a:t> alt </a:t>
            </a:r>
            <a:r>
              <a:rPr lang="en-US" sz="2100" dirty="0" err="1"/>
              <a:t>bileşeni</a:t>
            </a:r>
            <a:r>
              <a:rPr lang="en-US" sz="2100" dirty="0"/>
              <a:t> </a:t>
            </a:r>
            <a:r>
              <a:rPr lang="en-US" sz="2100" dirty="0" err="1"/>
              <a:t>olabilir</a:t>
            </a:r>
            <a:r>
              <a:rPr lang="en-US" sz="2100" dirty="0"/>
              <a:t>.</a:t>
            </a:r>
          </a:p>
          <a:p>
            <a:r>
              <a:rPr lang="en-US" sz="2100" dirty="0"/>
              <a:t>Bir </a:t>
            </a:r>
            <a:r>
              <a:rPr lang="en-US" sz="2100" dirty="0" err="1"/>
              <a:t>bileşen</a:t>
            </a:r>
            <a:r>
              <a:rPr lang="en-US" sz="2100" dirty="0"/>
              <a:t> </a:t>
            </a:r>
            <a:r>
              <a:rPr lang="en-US" sz="2100" dirty="0" err="1"/>
              <a:t>oluşturduğunuzda</a:t>
            </a:r>
            <a:r>
              <a:rPr lang="en-US" sz="2100" dirty="0"/>
              <a:t>, </a:t>
            </a:r>
            <a:r>
              <a:rPr lang="en-US" sz="2100" dirty="0" err="1"/>
              <a:t>artık</a:t>
            </a:r>
            <a:r>
              <a:rPr lang="en-US" sz="2100" dirty="0"/>
              <a:t> </a:t>
            </a:r>
            <a:r>
              <a:rPr lang="en-US" sz="2100" dirty="0" err="1"/>
              <a:t>onu</a:t>
            </a:r>
            <a:r>
              <a:rPr lang="en-US" sz="2100" dirty="0"/>
              <a:t> </a:t>
            </a:r>
            <a:r>
              <a:rPr lang="en-US" sz="2100" dirty="0" err="1"/>
              <a:t>JSX’in</a:t>
            </a:r>
            <a:r>
              <a:rPr lang="en-US" sz="2100" dirty="0"/>
              <a:t> </a:t>
            </a:r>
            <a:r>
              <a:rPr lang="en-US" sz="2100" dirty="0" err="1"/>
              <a:t>herhangi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yerinde</a:t>
            </a:r>
            <a:r>
              <a:rPr lang="en-US" sz="2100" dirty="0"/>
              <a:t> element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kullanabilirsiniz</a:t>
            </a:r>
            <a:r>
              <a:rPr lang="en-US" sz="2100" dirty="0"/>
              <a:t>. Element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örneğidir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istediğiniz</a:t>
            </a:r>
            <a:r>
              <a:rPr lang="en-US" sz="2100" dirty="0"/>
              <a:t> </a:t>
            </a:r>
            <a:r>
              <a:rPr lang="en-US" sz="2100" dirty="0" err="1"/>
              <a:t>kadar</a:t>
            </a:r>
            <a:r>
              <a:rPr lang="en-US" sz="2100" dirty="0"/>
              <a:t> </a:t>
            </a:r>
            <a:r>
              <a:rPr lang="en-US" sz="2100" dirty="0" err="1"/>
              <a:t>örnek</a:t>
            </a:r>
            <a:r>
              <a:rPr lang="en-US" sz="2100" dirty="0"/>
              <a:t> </a:t>
            </a:r>
            <a:r>
              <a:rPr lang="en-US" sz="2100" dirty="0" err="1"/>
              <a:t>oluşturabilirsiniz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4091334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Bileşen Oluşturma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 err="1"/>
              <a:t>Bileşen</a:t>
            </a:r>
            <a:r>
              <a:rPr lang="en-US" sz="2100" dirty="0"/>
              <a:t> </a:t>
            </a:r>
            <a:r>
              <a:rPr lang="en-US" sz="2100" dirty="0" err="1"/>
              <a:t>tanımlarken</a:t>
            </a:r>
            <a:r>
              <a:rPr lang="en-US" sz="2100" dirty="0"/>
              <a:t> </a:t>
            </a:r>
            <a:r>
              <a:rPr lang="en-US" sz="2100" dirty="0" err="1"/>
              <a:t>standart</a:t>
            </a:r>
            <a:r>
              <a:rPr lang="en-US" sz="2100" dirty="0"/>
              <a:t> </a:t>
            </a:r>
            <a:r>
              <a:rPr lang="en-US" sz="2100" dirty="0" err="1"/>
              <a:t>tanımlama</a:t>
            </a:r>
            <a:r>
              <a:rPr lang="en-US" sz="2100" dirty="0"/>
              <a:t> </a:t>
            </a:r>
            <a:r>
              <a:rPr lang="en-US" sz="2100" dirty="0" err="1"/>
              <a:t>dışında</a:t>
            </a:r>
            <a:r>
              <a:rPr lang="en-US" sz="2100" dirty="0"/>
              <a:t> </a:t>
            </a:r>
            <a:r>
              <a:rPr lang="en-US" sz="2100" b="1" dirty="0"/>
              <a:t>arrow</a:t>
            </a:r>
            <a:r>
              <a:rPr lang="en-US" sz="2100" dirty="0"/>
              <a:t> </a:t>
            </a:r>
            <a:r>
              <a:rPr lang="en-US" sz="2100" dirty="0" err="1"/>
              <a:t>notasyonu</a:t>
            </a:r>
            <a:r>
              <a:rPr lang="en-US" sz="2100" dirty="0"/>
              <a:t> da </a:t>
            </a:r>
            <a:r>
              <a:rPr lang="en-US" sz="2100" dirty="0" err="1"/>
              <a:t>kullanılabilir</a:t>
            </a:r>
            <a:r>
              <a:rPr lang="en-US" sz="2100" dirty="0"/>
              <a:t>.</a:t>
            </a:r>
          </a:p>
          <a:p>
            <a:r>
              <a:rPr lang="en-US" sz="2100" dirty="0"/>
              <a:t>Bu </a:t>
            </a:r>
            <a:r>
              <a:rPr lang="en-US" sz="2100" dirty="0" err="1"/>
              <a:t>noktada</a:t>
            </a:r>
            <a:r>
              <a:rPr lang="en-US" sz="2100" dirty="0"/>
              <a:t> function </a:t>
            </a:r>
            <a:r>
              <a:rPr lang="en-US" sz="2100" dirty="0" err="1"/>
              <a:t>ifadesi</a:t>
            </a:r>
            <a:r>
              <a:rPr lang="en-US" sz="2100" dirty="0"/>
              <a:t> </a:t>
            </a:r>
            <a:r>
              <a:rPr lang="en-US" sz="2100" dirty="0" err="1"/>
              <a:t>kaldırılır</a:t>
            </a:r>
            <a:r>
              <a:rPr lang="en-US" sz="2100" dirty="0"/>
              <a:t>. Her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başına</a:t>
            </a:r>
            <a:r>
              <a:rPr lang="en-US" sz="2100" dirty="0"/>
              <a:t> const </a:t>
            </a:r>
            <a:r>
              <a:rPr lang="en-US" sz="2100" dirty="0" err="1"/>
              <a:t>ifadesi</a:t>
            </a:r>
            <a:r>
              <a:rPr lang="en-US" sz="2100" dirty="0"/>
              <a:t> </a:t>
            </a:r>
            <a:r>
              <a:rPr lang="en-US" sz="2100" dirty="0" err="1"/>
              <a:t>getirilir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Aynı</a:t>
            </a:r>
            <a:r>
              <a:rPr lang="en-US" sz="2100" dirty="0"/>
              <a:t> </a:t>
            </a:r>
            <a:r>
              <a:rPr lang="en-US" sz="2100" dirty="0" err="1"/>
              <a:t>işlem</a:t>
            </a:r>
            <a:r>
              <a:rPr lang="en-US" sz="2100" dirty="0"/>
              <a:t> callback/</a:t>
            </a:r>
            <a:r>
              <a:rPr lang="en-US" sz="2100" dirty="0" err="1"/>
              <a:t>geri</a:t>
            </a:r>
            <a:r>
              <a:rPr lang="en-US" sz="2100" dirty="0"/>
              <a:t> </a:t>
            </a:r>
            <a:r>
              <a:rPr lang="en-US" sz="2100" dirty="0" err="1"/>
              <a:t>çağırım</a:t>
            </a:r>
            <a:r>
              <a:rPr lang="en-US" sz="2100" dirty="0"/>
              <a:t> </a:t>
            </a:r>
            <a:r>
              <a:rPr lang="en-US" sz="2100" dirty="0" err="1"/>
              <a:t>metotları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de </a:t>
            </a:r>
            <a:r>
              <a:rPr lang="en-US" sz="2100" dirty="0" err="1"/>
              <a:t>yapılabilir</a:t>
            </a:r>
            <a:r>
              <a:rPr lang="en-US" sz="2100" dirty="0"/>
              <a:t>.</a:t>
            </a:r>
          </a:p>
          <a:p>
            <a:r>
              <a:rPr lang="en-US" sz="2100" dirty="0"/>
              <a:t>Bu </a:t>
            </a:r>
            <a:r>
              <a:rPr lang="en-US" sz="2100" dirty="0" err="1"/>
              <a:t>tanımlama</a:t>
            </a:r>
            <a:r>
              <a:rPr lang="en-US" sz="2100" dirty="0"/>
              <a:t> </a:t>
            </a:r>
            <a:r>
              <a:rPr lang="en-US" sz="2100" dirty="0" err="1"/>
              <a:t>isteğe</a:t>
            </a:r>
            <a:r>
              <a:rPr lang="en-US" sz="2100" dirty="0"/>
              <a:t> </a:t>
            </a:r>
            <a:r>
              <a:rPr lang="en-US" sz="2100" dirty="0" err="1"/>
              <a:t>bağlı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işlemdir</a:t>
            </a:r>
            <a:r>
              <a:rPr lang="en-US" sz="2100" dirty="0"/>
              <a:t>. </a:t>
            </a:r>
            <a:r>
              <a:rPr lang="en-US" sz="2100" dirty="0" err="1"/>
              <a:t>Uygulamalarda</a:t>
            </a:r>
            <a:r>
              <a:rPr lang="en-US" sz="2100" dirty="0"/>
              <a:t> </a:t>
            </a:r>
            <a:r>
              <a:rPr lang="en-US" sz="2100" dirty="0" err="1"/>
              <a:t>ikisinden</a:t>
            </a:r>
            <a:r>
              <a:rPr lang="en-US" sz="2100" dirty="0"/>
              <a:t> </a:t>
            </a:r>
            <a:r>
              <a:rPr lang="en-US" sz="2100" dirty="0" err="1"/>
              <a:t>birini</a:t>
            </a:r>
            <a:r>
              <a:rPr lang="en-US" sz="2100" dirty="0"/>
              <a:t> </a:t>
            </a:r>
            <a:r>
              <a:rPr lang="en-US" sz="2100" dirty="0" err="1"/>
              <a:t>tercih</a:t>
            </a:r>
            <a:r>
              <a:rPr lang="en-US" sz="2100" dirty="0"/>
              <a:t> </a:t>
            </a:r>
            <a:r>
              <a:rPr lang="en-US" sz="2100" dirty="0" err="1"/>
              <a:t>ederek</a:t>
            </a:r>
            <a:r>
              <a:rPr lang="en-US" sz="2100" dirty="0"/>
              <a:t> </a:t>
            </a:r>
            <a:r>
              <a:rPr lang="en-US" sz="2100" dirty="0" err="1"/>
              <a:t>yola</a:t>
            </a:r>
            <a:r>
              <a:rPr lang="en-US" sz="2100" dirty="0"/>
              <a:t> </a:t>
            </a:r>
            <a:r>
              <a:rPr lang="en-US" sz="2100" dirty="0" err="1"/>
              <a:t>devam</a:t>
            </a:r>
            <a:r>
              <a:rPr lang="en-US" sz="2100" dirty="0"/>
              <a:t> </a:t>
            </a:r>
            <a:r>
              <a:rPr lang="en-US" sz="2100" dirty="0" err="1"/>
              <a:t>edebilirsiniz</a:t>
            </a:r>
            <a:r>
              <a:rPr lang="en-US" sz="2100" dirty="0"/>
              <a:t>. </a:t>
            </a:r>
            <a:r>
              <a:rPr lang="en-US" sz="2100" dirty="0" err="1"/>
              <a:t>Ekip</a:t>
            </a:r>
            <a:r>
              <a:rPr lang="en-US" sz="2100" dirty="0"/>
              <a:t>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çalıştığınız</a:t>
            </a:r>
            <a:r>
              <a:rPr lang="en-US" sz="2100" dirty="0"/>
              <a:t> </a:t>
            </a:r>
            <a:r>
              <a:rPr lang="en-US" sz="2100" dirty="0" err="1"/>
              <a:t>projelerde</a:t>
            </a:r>
            <a:r>
              <a:rPr lang="en-US" sz="2100" dirty="0"/>
              <a:t> </a:t>
            </a:r>
            <a:r>
              <a:rPr lang="en-US" sz="2100" dirty="0" err="1"/>
              <a:t>ise</a:t>
            </a:r>
            <a:r>
              <a:rPr lang="en-US" sz="2100" dirty="0"/>
              <a:t> </a:t>
            </a:r>
            <a:r>
              <a:rPr lang="en-US" sz="2100" dirty="0" err="1"/>
              <a:t>herkesin</a:t>
            </a:r>
            <a:r>
              <a:rPr lang="en-US" sz="2100" dirty="0"/>
              <a:t> </a:t>
            </a:r>
            <a:r>
              <a:rPr lang="en-US" sz="2100" dirty="0" err="1"/>
              <a:t>aynı</a:t>
            </a:r>
            <a:r>
              <a:rPr lang="en-US" sz="2100" dirty="0"/>
              <a:t> </a:t>
            </a:r>
            <a:r>
              <a:rPr lang="en-US" sz="2100" dirty="0" err="1"/>
              <a:t>notasyonu</a:t>
            </a:r>
            <a:r>
              <a:rPr lang="en-US" sz="2100" dirty="0"/>
              <a:t> </a:t>
            </a:r>
            <a:r>
              <a:rPr lang="en-US" sz="2100" dirty="0" err="1"/>
              <a:t>kullanması</a:t>
            </a:r>
            <a:r>
              <a:rPr lang="en-US" sz="2100" dirty="0"/>
              <a:t>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faydalı</a:t>
            </a:r>
            <a:r>
              <a:rPr lang="en-US" sz="2100" dirty="0"/>
              <a:t> </a:t>
            </a:r>
            <a:r>
              <a:rPr lang="en-US" sz="2100" dirty="0" err="1"/>
              <a:t>olacaktır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F4F7A5-80CD-F8B4-C4B3-F63C334E0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4559300"/>
            <a:ext cx="2260600" cy="31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38FB28-052A-F88E-A787-A12FF6840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4953000"/>
            <a:ext cx="2438400" cy="381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822124-E0BF-FD1D-6251-91470B1606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400" y="5543550"/>
            <a:ext cx="2540000" cy="317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AF082D-1D4B-81A9-40A3-177CB64366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0" y="5991225"/>
            <a:ext cx="3263900" cy="393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AADED4-D849-5F1E-008B-E38F32D4D2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871" y="4559300"/>
            <a:ext cx="1955800" cy="355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02B318F-F6FE-613E-2B74-E5CE15006E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495" y="4969165"/>
            <a:ext cx="2209800" cy="381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6DB1EC6-3FEB-6B72-BA6A-5DEF29EF4A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824" y="5524500"/>
            <a:ext cx="2133600" cy="355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D461569-F72F-6860-E309-7D01BE2229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88" y="6026096"/>
            <a:ext cx="3353983" cy="30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7095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React</a:t>
            </a:r>
            <a:r>
              <a:rPr lang="tr-TR" dirty="0"/>
              <a:t> DOM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/>
              <a:t>Bir </a:t>
            </a:r>
            <a:r>
              <a:rPr lang="en-US" sz="2100" dirty="0" err="1"/>
              <a:t>bileşeni</a:t>
            </a:r>
            <a:r>
              <a:rPr lang="en-US" sz="2100" dirty="0"/>
              <a:t> </a:t>
            </a:r>
            <a:r>
              <a:rPr lang="en-US" sz="2100" dirty="0" err="1"/>
              <a:t>nasıl</a:t>
            </a:r>
            <a:r>
              <a:rPr lang="en-US" sz="2100" dirty="0"/>
              <a:t> </a:t>
            </a:r>
            <a:r>
              <a:rPr lang="en-US" sz="2100" dirty="0" err="1"/>
              <a:t>oluşturacağımızı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kullanacağımızı</a:t>
            </a:r>
            <a:r>
              <a:rPr lang="en-US" sz="2100" dirty="0"/>
              <a:t> </a:t>
            </a:r>
            <a:r>
              <a:rPr lang="en-US" sz="2100" dirty="0" err="1"/>
              <a:t>gördük</a:t>
            </a:r>
            <a:r>
              <a:rPr lang="en-US" sz="2100" dirty="0"/>
              <a:t>. </a:t>
            </a:r>
            <a:r>
              <a:rPr lang="en-US" sz="2100" dirty="0" err="1"/>
              <a:t>Ancak</a:t>
            </a:r>
            <a:r>
              <a:rPr lang="en-US" sz="2100" dirty="0"/>
              <a:t> App </a:t>
            </a:r>
            <a:r>
              <a:rPr lang="en-US" sz="2100" dirty="0" err="1"/>
              <a:t>bileşeninin</a:t>
            </a:r>
            <a:r>
              <a:rPr lang="en-US" sz="2100" dirty="0"/>
              <a:t> </a:t>
            </a:r>
            <a:r>
              <a:rPr lang="en-US" sz="2100" dirty="0" err="1"/>
              <a:t>örneğini</a:t>
            </a:r>
            <a:r>
              <a:rPr lang="en-US" sz="2100" dirty="0"/>
              <a:t> </a:t>
            </a:r>
            <a:r>
              <a:rPr lang="en-US" sz="2100" dirty="0" err="1"/>
              <a:t>hiçbir</a:t>
            </a:r>
            <a:r>
              <a:rPr lang="en-US" sz="2100" dirty="0"/>
              <a:t> </a:t>
            </a:r>
            <a:r>
              <a:rPr lang="en-US" sz="2100" dirty="0" err="1"/>
              <a:t>yerde</a:t>
            </a:r>
            <a:r>
              <a:rPr lang="en-US" sz="2100" dirty="0"/>
              <a:t> </a:t>
            </a:r>
            <a:r>
              <a:rPr lang="en-US" sz="2100" dirty="0" err="1"/>
              <a:t>oluşturmadık</a:t>
            </a:r>
            <a:r>
              <a:rPr lang="en-US" sz="2100" dirty="0"/>
              <a:t>. </a:t>
            </a:r>
          </a:p>
          <a:p>
            <a:r>
              <a:rPr lang="en-US" sz="2100" dirty="0"/>
              <a:t>Bir </a:t>
            </a:r>
            <a:r>
              <a:rPr lang="en-US" sz="2100" dirty="0" err="1"/>
              <a:t>yerlerde</a:t>
            </a:r>
            <a:r>
              <a:rPr lang="en-US" sz="2100" dirty="0"/>
              <a:t> bu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örneğinin</a:t>
            </a:r>
            <a:r>
              <a:rPr lang="en-US" sz="2100" dirty="0"/>
              <a:t> </a:t>
            </a:r>
            <a:r>
              <a:rPr lang="en-US" sz="2100" dirty="0" err="1"/>
              <a:t>oluşturulması</a:t>
            </a:r>
            <a:r>
              <a:rPr lang="en-US" sz="2100" dirty="0"/>
              <a:t> </a:t>
            </a:r>
            <a:r>
              <a:rPr lang="en-US" sz="2100" dirty="0" err="1"/>
              <a:t>gerekir</a:t>
            </a:r>
            <a:r>
              <a:rPr lang="en-US" sz="2100" dirty="0"/>
              <a:t>. </a:t>
            </a:r>
            <a:r>
              <a:rPr lang="en-US" sz="2100" dirty="0" err="1"/>
              <a:t>Aksi</a:t>
            </a:r>
            <a:r>
              <a:rPr lang="en-US" sz="2100" dirty="0"/>
              <a:t> </a:t>
            </a:r>
            <a:r>
              <a:rPr lang="en-US" sz="2100" dirty="0" err="1"/>
              <a:t>halde</a:t>
            </a:r>
            <a:r>
              <a:rPr lang="en-US" sz="2100" dirty="0"/>
              <a:t> </a:t>
            </a:r>
            <a:r>
              <a:rPr lang="en-US" sz="2100" dirty="0" err="1"/>
              <a:t>hiyerarşideki</a:t>
            </a:r>
            <a:r>
              <a:rPr lang="en-US" sz="2100" dirty="0"/>
              <a:t> </a:t>
            </a:r>
            <a:r>
              <a:rPr lang="en-US" sz="2100" dirty="0" err="1"/>
              <a:t>hiçbir</a:t>
            </a:r>
            <a:r>
              <a:rPr lang="en-US" sz="2100" dirty="0"/>
              <a:t> </a:t>
            </a:r>
            <a:r>
              <a:rPr lang="en-US" sz="2100" dirty="0" err="1"/>
              <a:t>bileşen</a:t>
            </a:r>
            <a:r>
              <a:rPr lang="en-US" sz="2100" dirty="0"/>
              <a:t> </a:t>
            </a:r>
            <a:r>
              <a:rPr lang="en-US" sz="2100" dirty="0" err="1"/>
              <a:t>tarayıcıda</a:t>
            </a:r>
            <a:r>
              <a:rPr lang="en-US" sz="2100" dirty="0"/>
              <a:t> </a:t>
            </a:r>
            <a:r>
              <a:rPr lang="en-US" sz="2100" dirty="0" err="1"/>
              <a:t>görünmeyecektir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main.jsx</a:t>
            </a:r>
            <a:r>
              <a:rPr lang="en-US" sz="2100" dirty="0"/>
              <a:t> </a:t>
            </a:r>
            <a:r>
              <a:rPr lang="en-US" sz="2100" dirty="0" err="1"/>
              <a:t>dosyasını</a:t>
            </a:r>
            <a:r>
              <a:rPr lang="en-US" sz="2100" dirty="0"/>
              <a:t> </a:t>
            </a:r>
            <a:r>
              <a:rPr lang="en-US" sz="2100" dirty="0" err="1"/>
              <a:t>açtığınızda</a:t>
            </a:r>
            <a:r>
              <a:rPr lang="en-US" sz="2100" dirty="0"/>
              <a:t> App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burada</a:t>
            </a:r>
            <a:r>
              <a:rPr lang="en-US" sz="2100" dirty="0"/>
              <a:t> </a:t>
            </a:r>
            <a:r>
              <a:rPr lang="en-US" sz="2100" dirty="0" err="1"/>
              <a:t>oluşturulduğunu</a:t>
            </a:r>
            <a:r>
              <a:rPr lang="en-US" sz="2100" dirty="0"/>
              <a:t> </a:t>
            </a:r>
            <a:r>
              <a:rPr lang="en-US" sz="2100" dirty="0" err="1"/>
              <a:t>göreceksiniz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Dosyanın</a:t>
            </a:r>
            <a:r>
              <a:rPr lang="en-US" sz="2100" dirty="0"/>
              <a:t> </a:t>
            </a:r>
            <a:r>
              <a:rPr lang="en-US" sz="2100" dirty="0" err="1"/>
              <a:t>başında</a:t>
            </a:r>
            <a:r>
              <a:rPr lang="en-US" sz="2100" dirty="0"/>
              <a:t> </a:t>
            </a:r>
            <a:r>
              <a:rPr lang="en-US" sz="2100" dirty="0" err="1"/>
              <a:t>içe</a:t>
            </a:r>
            <a:r>
              <a:rPr lang="en-US" sz="2100" dirty="0"/>
              <a:t> </a:t>
            </a:r>
            <a:r>
              <a:rPr lang="en-US" sz="2100" dirty="0" err="1"/>
              <a:t>aktarılan</a:t>
            </a:r>
            <a:r>
              <a:rPr lang="en-US" sz="2100" dirty="0"/>
              <a:t> </a:t>
            </a:r>
            <a:r>
              <a:rPr lang="en-US" sz="2100" dirty="0" err="1"/>
              <a:t>iki</a:t>
            </a:r>
            <a:r>
              <a:rPr lang="en-US" sz="2100" dirty="0"/>
              <a:t> </a:t>
            </a:r>
            <a:r>
              <a:rPr lang="en-US" sz="2100" dirty="0" err="1"/>
              <a:t>kütüphane</a:t>
            </a:r>
            <a:r>
              <a:rPr lang="en-US" sz="2100" dirty="0"/>
              <a:t> </a:t>
            </a:r>
            <a:r>
              <a:rPr lang="en-US" sz="2100" dirty="0" err="1"/>
              <a:t>vardır</a:t>
            </a:r>
            <a:r>
              <a:rPr lang="en-US" sz="2100" dirty="0"/>
              <a:t>: react </a:t>
            </a:r>
            <a:r>
              <a:rPr lang="en-US" sz="2100" dirty="0" err="1"/>
              <a:t>ve</a:t>
            </a:r>
            <a:r>
              <a:rPr lang="en-US" sz="2100" dirty="0"/>
              <a:t> react-dom. </a:t>
            </a:r>
          </a:p>
          <a:p>
            <a:r>
              <a:rPr lang="en-US" sz="2100" dirty="0"/>
              <a:t>react, </a:t>
            </a:r>
            <a:r>
              <a:rPr lang="en-US" sz="2100" dirty="0" err="1"/>
              <a:t>bir</a:t>
            </a:r>
            <a:r>
              <a:rPr lang="en-US" sz="2100" dirty="0"/>
              <a:t> React </a:t>
            </a:r>
            <a:r>
              <a:rPr lang="en-US" sz="2100" dirty="0" err="1"/>
              <a:t>geliştiricisinin</a:t>
            </a:r>
            <a:r>
              <a:rPr lang="en-US" sz="2100" dirty="0"/>
              <a:t> </a:t>
            </a:r>
            <a:r>
              <a:rPr lang="en-US" sz="2100" dirty="0" err="1"/>
              <a:t>günlük</a:t>
            </a:r>
            <a:r>
              <a:rPr lang="en-US" sz="2100" dirty="0"/>
              <a:t> </a:t>
            </a:r>
            <a:r>
              <a:rPr lang="en-US" sz="2100" dirty="0" err="1"/>
              <a:t>işleri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kullanılırken</a:t>
            </a:r>
            <a:r>
              <a:rPr lang="en-US" sz="2100" dirty="0"/>
              <a:t>, react-</a:t>
            </a:r>
            <a:r>
              <a:rPr lang="en-US" sz="2100" dirty="0" err="1"/>
              <a:t>dom</a:t>
            </a:r>
            <a:r>
              <a:rPr lang="en-US" sz="2100" dirty="0"/>
              <a:t>, </a:t>
            </a:r>
            <a:r>
              <a:rPr lang="en-US" sz="2100" dirty="0" err="1"/>
              <a:t>React'i</a:t>
            </a:r>
            <a:r>
              <a:rPr lang="en-US" sz="2100" dirty="0"/>
              <a:t> </a:t>
            </a:r>
            <a:r>
              <a:rPr lang="en-US" sz="2100" dirty="0" err="1"/>
              <a:t>yerel</a:t>
            </a:r>
            <a:r>
              <a:rPr lang="en-US" sz="2100" dirty="0"/>
              <a:t> HTML </a:t>
            </a:r>
            <a:r>
              <a:rPr lang="en-US" sz="2100" dirty="0" err="1"/>
              <a:t>dünyasına</a:t>
            </a:r>
            <a:r>
              <a:rPr lang="en-US" sz="2100" dirty="0"/>
              <a:t> </a:t>
            </a:r>
            <a:r>
              <a:rPr lang="en-US" sz="2100" dirty="0" err="1"/>
              <a:t>bağlamak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genellikle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React </a:t>
            </a:r>
            <a:r>
              <a:rPr lang="en-US" sz="2100" dirty="0" err="1"/>
              <a:t>uygulamasında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kez</a:t>
            </a:r>
            <a:r>
              <a:rPr lang="en-US" sz="2100" dirty="0"/>
              <a:t> </a:t>
            </a:r>
            <a:r>
              <a:rPr lang="en-US" sz="2100" dirty="0" err="1"/>
              <a:t>kullanılır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createRoot</a:t>
            </a:r>
            <a:r>
              <a:rPr lang="en-US" sz="2100" dirty="0"/>
              <a:t> </a:t>
            </a:r>
            <a:r>
              <a:rPr lang="en-US" sz="2100" dirty="0" err="1"/>
              <a:t>metodu</a:t>
            </a:r>
            <a:r>
              <a:rPr lang="en-US" sz="2100" dirty="0"/>
              <a:t> React </a:t>
            </a:r>
            <a:r>
              <a:rPr lang="en-US" sz="2100" dirty="0" err="1"/>
              <a:t>uygulamasını</a:t>
            </a:r>
            <a:r>
              <a:rPr lang="en-US" sz="2100" dirty="0"/>
              <a:t> </a:t>
            </a:r>
            <a:r>
              <a:rPr lang="en-US" sz="2100" dirty="0" err="1"/>
              <a:t>başlatan</a:t>
            </a:r>
            <a:r>
              <a:rPr lang="en-US" sz="2100" dirty="0"/>
              <a:t> HTML </a:t>
            </a:r>
            <a:r>
              <a:rPr lang="en-US" sz="2100" dirty="0" err="1"/>
              <a:t>elementini</a:t>
            </a:r>
            <a:r>
              <a:rPr lang="en-US" sz="2100" dirty="0"/>
              <a:t> </a:t>
            </a:r>
            <a:r>
              <a:rPr lang="en-US" sz="2100" dirty="0" err="1"/>
              <a:t>parametre</a:t>
            </a:r>
            <a:r>
              <a:rPr lang="en-US" sz="2100" dirty="0"/>
              <a:t>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alır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9802975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7229E-5DAF-AB7F-9969-AEBA62B75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A9A079-BA98-22B4-23E6-CDCDD638F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React</a:t>
            </a:r>
            <a:r>
              <a:rPr lang="tr-TR" dirty="0"/>
              <a:t> DOM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59DF809-7449-518D-7C6C-F3962CA6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/>
              <a:t>DOM: </a:t>
            </a:r>
            <a:r>
              <a:rPr lang="en-US" sz="2100" dirty="0" err="1"/>
              <a:t>Tarayıcıda</a:t>
            </a:r>
            <a:r>
              <a:rPr lang="en-US" sz="2100" dirty="0"/>
              <a:t> </a:t>
            </a:r>
            <a:r>
              <a:rPr lang="en-US" sz="2100" dirty="0" err="1"/>
              <a:t>çalışan</a:t>
            </a:r>
            <a:r>
              <a:rPr lang="en-US" sz="2100" dirty="0"/>
              <a:t> her web </a:t>
            </a:r>
            <a:r>
              <a:rPr lang="en-US" sz="2100" dirty="0" err="1"/>
              <a:t>sayfasının</a:t>
            </a:r>
            <a:r>
              <a:rPr lang="en-US" sz="2100" dirty="0"/>
              <a:t> </a:t>
            </a:r>
            <a:r>
              <a:rPr lang="en-US" sz="2100" dirty="0" err="1"/>
              <a:t>ağaç</a:t>
            </a:r>
            <a:r>
              <a:rPr lang="en-US" sz="2100" dirty="0"/>
              <a:t> </a:t>
            </a:r>
            <a:r>
              <a:rPr lang="en-US" sz="2100" dirty="0" err="1"/>
              <a:t>şeklindeki</a:t>
            </a:r>
            <a:r>
              <a:rPr lang="en-US" sz="2100" dirty="0"/>
              <a:t> </a:t>
            </a:r>
            <a:r>
              <a:rPr lang="en-US" sz="2100" dirty="0" err="1"/>
              <a:t>temsilidir</a:t>
            </a:r>
            <a:r>
              <a:rPr lang="en-US" sz="2100" dirty="0"/>
              <a:t>.</a:t>
            </a:r>
          </a:p>
          <a:p>
            <a:r>
              <a:rPr lang="en-US" sz="2100" dirty="0"/>
              <a:t>HTML </a:t>
            </a:r>
            <a:r>
              <a:rPr lang="en-US" sz="2100" dirty="0" err="1"/>
              <a:t>kodları</a:t>
            </a:r>
            <a:r>
              <a:rPr lang="en-US" sz="2100" dirty="0"/>
              <a:t> → </a:t>
            </a:r>
            <a:r>
              <a:rPr lang="en-US" sz="2100" dirty="0" err="1"/>
              <a:t>Tarayıcı</a:t>
            </a:r>
            <a:r>
              <a:rPr lang="en-US" sz="2100" dirty="0"/>
              <a:t> → DOM </a:t>
            </a:r>
            <a:r>
              <a:rPr lang="en-US" sz="2100" dirty="0" err="1"/>
              <a:t>yapısı</a:t>
            </a:r>
            <a:endParaRPr lang="en-US" sz="2100" dirty="0"/>
          </a:p>
          <a:p>
            <a:r>
              <a:rPr lang="en-US" sz="2100" dirty="0"/>
              <a:t>DOM, JavaScript </a:t>
            </a:r>
            <a:r>
              <a:rPr lang="en-US" sz="2100" dirty="0" err="1"/>
              <a:t>ile</a:t>
            </a:r>
            <a:r>
              <a:rPr lang="en-US" sz="2100" dirty="0"/>
              <a:t> </a:t>
            </a:r>
            <a:r>
              <a:rPr lang="en-US" sz="2100" dirty="0" err="1"/>
              <a:t>dinamik</a:t>
            </a:r>
            <a:r>
              <a:rPr lang="en-US" sz="2100" dirty="0"/>
              <a:t>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değiştirilebilir</a:t>
            </a:r>
            <a:r>
              <a:rPr lang="en-US" sz="2100" dirty="0"/>
              <a:t>.</a:t>
            </a:r>
          </a:p>
          <a:p>
            <a:r>
              <a:rPr lang="en-US" sz="2100" dirty="0"/>
              <a:t>React, </a:t>
            </a:r>
            <a:r>
              <a:rPr lang="en-US" sz="2100" dirty="0" err="1"/>
              <a:t>kullanıcı</a:t>
            </a:r>
            <a:r>
              <a:rPr lang="en-US" sz="2100" dirty="0"/>
              <a:t> </a:t>
            </a:r>
            <a:r>
              <a:rPr lang="en-US" sz="2100" dirty="0" err="1"/>
              <a:t>arayüzlerini</a:t>
            </a:r>
            <a:r>
              <a:rPr lang="en-US" sz="2100" dirty="0"/>
              <a:t> </a:t>
            </a:r>
            <a:r>
              <a:rPr lang="en-US" sz="2100" dirty="0" err="1"/>
              <a:t>tanımlamak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kütüphanedir</a:t>
            </a:r>
            <a:r>
              <a:rPr lang="en-US" sz="2100" dirty="0"/>
              <a:t>.</a:t>
            </a:r>
          </a:p>
          <a:p>
            <a:r>
              <a:rPr lang="en-US" sz="2100" dirty="0"/>
              <a:t>React </a:t>
            </a:r>
            <a:r>
              <a:rPr lang="en-US" sz="2100" dirty="0" err="1"/>
              <a:t>tek</a:t>
            </a:r>
            <a:r>
              <a:rPr lang="en-US" sz="2100" dirty="0"/>
              <a:t> </a:t>
            </a:r>
            <a:r>
              <a:rPr lang="en-US" sz="2100" dirty="0" err="1"/>
              <a:t>başına</a:t>
            </a:r>
            <a:r>
              <a:rPr lang="en-US" sz="2100" dirty="0"/>
              <a:t> </a:t>
            </a:r>
            <a:r>
              <a:rPr lang="en-US" sz="2100" dirty="0" err="1"/>
              <a:t>DOM’a</a:t>
            </a:r>
            <a:r>
              <a:rPr lang="en-US" sz="2100" dirty="0"/>
              <a:t> </a:t>
            </a:r>
            <a:r>
              <a:rPr lang="en-US" sz="2100" dirty="0" err="1"/>
              <a:t>dokunmaz</a:t>
            </a:r>
            <a:r>
              <a:rPr lang="en-US" sz="2100" dirty="0"/>
              <a:t>.</a:t>
            </a:r>
          </a:p>
          <a:p>
            <a:r>
              <a:rPr lang="en-US" sz="2100" dirty="0"/>
              <a:t>React DOM, React </a:t>
            </a:r>
            <a:r>
              <a:rPr lang="en-US" sz="2100" dirty="0" err="1"/>
              <a:t>bileşenlerini</a:t>
            </a:r>
            <a:r>
              <a:rPr lang="en-US" sz="2100" dirty="0"/>
              <a:t> </a:t>
            </a:r>
            <a:r>
              <a:rPr lang="en-US" sz="2100" dirty="0" err="1"/>
              <a:t>alır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gerçek</a:t>
            </a:r>
            <a:r>
              <a:rPr lang="en-US" sz="2100" dirty="0"/>
              <a:t> </a:t>
            </a:r>
            <a:r>
              <a:rPr lang="en-US" sz="2100" dirty="0" err="1"/>
              <a:t>DOM’a</a:t>
            </a:r>
            <a:r>
              <a:rPr lang="en-US" sz="2100" dirty="0"/>
              <a:t> </a:t>
            </a:r>
            <a:r>
              <a:rPr lang="en-US" sz="2100" dirty="0" err="1"/>
              <a:t>yansıtır</a:t>
            </a:r>
            <a:r>
              <a:rPr lang="en-US" sz="2100" dirty="0"/>
              <a:t>.</a:t>
            </a:r>
          </a:p>
          <a:p>
            <a:pPr lvl="1"/>
            <a:r>
              <a:rPr lang="en-US" sz="1600" dirty="0"/>
              <a:t>const element = &lt;h1&gt;</a:t>
            </a:r>
            <a:r>
              <a:rPr lang="en-US" sz="1600" dirty="0" err="1"/>
              <a:t>Merhaba</a:t>
            </a:r>
            <a:r>
              <a:rPr lang="en-US" sz="1600" dirty="0"/>
              <a:t> React!&lt;/h1&gt;;</a:t>
            </a:r>
          </a:p>
          <a:p>
            <a:pPr lvl="1"/>
            <a:r>
              <a:rPr lang="en-US" sz="1600" dirty="0" err="1"/>
              <a:t>ReactDOM.render</a:t>
            </a:r>
            <a:r>
              <a:rPr lang="en-US" sz="1600" dirty="0"/>
              <a:t>(element, </a:t>
            </a:r>
            <a:r>
              <a:rPr lang="en-US" sz="1600" dirty="0" err="1"/>
              <a:t>document.getElementById</a:t>
            </a:r>
            <a:r>
              <a:rPr lang="en-US" sz="1600" dirty="0"/>
              <a:t>('root'));</a:t>
            </a:r>
          </a:p>
          <a:p>
            <a:r>
              <a:rPr lang="en-US" sz="2100" dirty="0"/>
              <a:t>React, “Virtual DOM” </a:t>
            </a:r>
            <a:r>
              <a:rPr lang="en-US" sz="2100" dirty="0" err="1"/>
              <a:t>adında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hafif</a:t>
            </a:r>
            <a:r>
              <a:rPr lang="en-US" sz="2100" dirty="0"/>
              <a:t> </a:t>
            </a:r>
            <a:r>
              <a:rPr lang="en-US" sz="2100" dirty="0" err="1"/>
              <a:t>kopya</a:t>
            </a:r>
            <a:r>
              <a:rPr lang="en-US" sz="2100" dirty="0"/>
              <a:t> </a:t>
            </a:r>
            <a:r>
              <a:rPr lang="en-US" sz="2100" dirty="0" err="1"/>
              <a:t>oluşturur</a:t>
            </a:r>
            <a:r>
              <a:rPr lang="en-US" sz="2100" dirty="0"/>
              <a:t>.</a:t>
            </a:r>
          </a:p>
          <a:p>
            <a:r>
              <a:rPr lang="en-US" sz="2100" dirty="0"/>
              <a:t>Her </a:t>
            </a:r>
            <a:r>
              <a:rPr lang="en-US" sz="2100" dirty="0" err="1"/>
              <a:t>değişiklikte</a:t>
            </a:r>
            <a:r>
              <a:rPr lang="en-US" sz="2100" dirty="0"/>
              <a:t> </a:t>
            </a:r>
            <a:r>
              <a:rPr lang="en-US" sz="2100" dirty="0" err="1"/>
              <a:t>tüm</a:t>
            </a:r>
            <a:r>
              <a:rPr lang="en-US" sz="2100" dirty="0"/>
              <a:t> </a:t>
            </a:r>
            <a:r>
              <a:rPr lang="en-US" sz="2100" dirty="0" err="1"/>
              <a:t>DOM’u</a:t>
            </a:r>
            <a:r>
              <a:rPr lang="en-US" sz="2100" dirty="0"/>
              <a:t> </a:t>
            </a:r>
            <a:r>
              <a:rPr lang="en-US" sz="2100" dirty="0" err="1"/>
              <a:t>değil</a:t>
            </a:r>
            <a:r>
              <a:rPr lang="en-US" sz="2100" dirty="0"/>
              <a:t>, </a:t>
            </a:r>
            <a:r>
              <a:rPr lang="en-US" sz="2100" dirty="0" err="1"/>
              <a:t>sadece</a:t>
            </a:r>
            <a:r>
              <a:rPr lang="en-US" sz="2100" dirty="0"/>
              <a:t> </a:t>
            </a:r>
            <a:r>
              <a:rPr lang="en-US" sz="2100" dirty="0" err="1"/>
              <a:t>değişen</a:t>
            </a:r>
            <a:r>
              <a:rPr lang="en-US" sz="2100" dirty="0"/>
              <a:t> </a:t>
            </a:r>
            <a:r>
              <a:rPr lang="en-US" sz="2100" dirty="0" err="1"/>
              <a:t>kısmı</a:t>
            </a:r>
            <a:r>
              <a:rPr lang="en-US" sz="2100" dirty="0"/>
              <a:t> </a:t>
            </a:r>
            <a:r>
              <a:rPr lang="en-US" sz="2100" dirty="0" err="1"/>
              <a:t>günceller</a:t>
            </a:r>
            <a:r>
              <a:rPr lang="en-US" sz="2100" dirty="0"/>
              <a:t>.</a:t>
            </a:r>
          </a:p>
          <a:p>
            <a:r>
              <a:rPr lang="en-US" sz="2100" dirty="0"/>
              <a:t>Bu </a:t>
            </a:r>
            <a:r>
              <a:rPr lang="en-US" sz="2100" dirty="0" err="1"/>
              <a:t>yüzden</a:t>
            </a:r>
            <a:r>
              <a:rPr lang="en-US" sz="2100" dirty="0"/>
              <a:t> React </a:t>
            </a:r>
            <a:r>
              <a:rPr lang="en-US" sz="2100" dirty="0" err="1"/>
              <a:t>çok</a:t>
            </a:r>
            <a:r>
              <a:rPr lang="en-US" sz="2100" dirty="0"/>
              <a:t> </a:t>
            </a:r>
            <a:r>
              <a:rPr lang="en-US" sz="2100" dirty="0" err="1"/>
              <a:t>hızlı</a:t>
            </a:r>
            <a:r>
              <a:rPr lang="en-US" sz="2100" dirty="0"/>
              <a:t> </a:t>
            </a:r>
            <a:r>
              <a:rPr lang="en-US" sz="2100" dirty="0" err="1"/>
              <a:t>çalışır</a:t>
            </a:r>
            <a:r>
              <a:rPr lang="en-US" sz="2100" dirty="0"/>
              <a:t>. Örnek.</a:t>
            </a:r>
          </a:p>
          <a:p>
            <a:pPr lvl="1"/>
            <a:r>
              <a:rPr lang="en-US" dirty="0" err="1"/>
              <a:t>Gerçek</a:t>
            </a:r>
            <a:r>
              <a:rPr lang="en-US" dirty="0"/>
              <a:t> DOM → Dev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ansiklopedi</a:t>
            </a:r>
            <a:endParaRPr lang="en-US" dirty="0"/>
          </a:p>
          <a:p>
            <a:pPr lvl="1"/>
            <a:r>
              <a:rPr lang="en-US" dirty="0"/>
              <a:t>Sanal DOM → </a:t>
            </a:r>
            <a:r>
              <a:rPr lang="en-US" dirty="0" err="1"/>
              <a:t>Hafızandaki</a:t>
            </a:r>
            <a:r>
              <a:rPr lang="en-US" dirty="0"/>
              <a:t> </a:t>
            </a:r>
            <a:r>
              <a:rPr lang="en-US" dirty="0" err="1"/>
              <a:t>notlar</a:t>
            </a:r>
            <a:endParaRPr lang="en-US" dirty="0"/>
          </a:p>
          <a:p>
            <a:pPr lvl="1"/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farkları</a:t>
            </a:r>
            <a:r>
              <a:rPr lang="en-US" dirty="0"/>
              <a:t> </a:t>
            </a:r>
            <a:r>
              <a:rPr lang="en-US" dirty="0" err="1"/>
              <a:t>yazarsın</a:t>
            </a:r>
            <a:r>
              <a:rPr lang="en-US" dirty="0"/>
              <a:t>, </a:t>
            </a:r>
            <a:r>
              <a:rPr lang="en-US" dirty="0" err="1"/>
              <a:t>kitabı</a:t>
            </a:r>
            <a:r>
              <a:rPr lang="en-US" dirty="0"/>
              <a:t> </a:t>
            </a:r>
            <a:r>
              <a:rPr lang="en-US" dirty="0" err="1"/>
              <a:t>baştan</a:t>
            </a:r>
            <a:r>
              <a:rPr lang="en-US" dirty="0"/>
              <a:t> </a:t>
            </a:r>
            <a:r>
              <a:rPr lang="en-US" dirty="0" err="1"/>
              <a:t>yazmazsın</a:t>
            </a:r>
            <a:r>
              <a:rPr lang="en-US" dirty="0"/>
              <a:t>.</a:t>
            </a:r>
          </a:p>
          <a:p>
            <a:pPr lvl="1"/>
            <a:endParaRPr lang="en-US" sz="1700" dirty="0"/>
          </a:p>
          <a:p>
            <a:endParaRPr lang="en-US" sz="2100" dirty="0"/>
          </a:p>
        </p:txBody>
      </p:sp>
      <p:sp>
        <p:nvSpPr>
          <p:cNvPr id="5" name="Shape 267">
            <a:extLst>
              <a:ext uri="{FF2B5EF4-FFF2-40B4-BE49-F238E27FC236}">
                <a16:creationId xmlns:a16="http://schemas.microsoft.com/office/drawing/2014/main" id="{EC3CE511-4546-331E-AB6A-34071B4E358D}"/>
              </a:ext>
            </a:extLst>
          </p:cNvPr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ED7467-F3E5-1F56-6F86-07A33651178D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27434940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3B9F3-E90F-3C71-8B7C-4748E80FD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6C9D859-D1F8-0539-2055-F00F51CF8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React</a:t>
            </a:r>
            <a:r>
              <a:rPr lang="tr-TR" dirty="0"/>
              <a:t> DOM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65D8F6E-022E-33FA-8D40-098AA7C7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/>
              <a:t>React, </a:t>
            </a:r>
            <a:r>
              <a:rPr lang="en-US" sz="2100" dirty="0" err="1"/>
              <a:t>bileşeni</a:t>
            </a:r>
            <a:r>
              <a:rPr lang="en-US" sz="2100" dirty="0"/>
              <a:t> render </a:t>
            </a:r>
            <a:r>
              <a:rPr lang="en-US" sz="2100" dirty="0" err="1"/>
              <a:t>eder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sanal</a:t>
            </a:r>
            <a:r>
              <a:rPr lang="en-US" sz="2100" dirty="0"/>
              <a:t> DOM </a:t>
            </a:r>
            <a:r>
              <a:rPr lang="en-US" sz="2100" dirty="0" err="1"/>
              <a:t>oluşturur</a:t>
            </a:r>
            <a:r>
              <a:rPr lang="en-US" sz="2100" dirty="0"/>
              <a:t>.</a:t>
            </a:r>
          </a:p>
          <a:p>
            <a:r>
              <a:rPr lang="en-US" sz="2100" dirty="0"/>
              <a:t>Bir </a:t>
            </a:r>
            <a:r>
              <a:rPr lang="en-US" sz="2100" dirty="0" err="1"/>
              <a:t>değişiklik</a:t>
            </a:r>
            <a:r>
              <a:rPr lang="en-US" sz="2100" dirty="0"/>
              <a:t> </a:t>
            </a:r>
            <a:r>
              <a:rPr lang="en-US" sz="2100" dirty="0" err="1"/>
              <a:t>olduğunda</a:t>
            </a:r>
            <a:r>
              <a:rPr lang="en-US" sz="2100" dirty="0"/>
              <a:t> yeni </a:t>
            </a:r>
            <a:r>
              <a:rPr lang="en-US" sz="2100" dirty="0" err="1"/>
              <a:t>sanal</a:t>
            </a:r>
            <a:r>
              <a:rPr lang="en-US" sz="2100" dirty="0"/>
              <a:t> </a:t>
            </a:r>
            <a:r>
              <a:rPr lang="en-US" sz="2100" dirty="0" err="1"/>
              <a:t>DOM’u</a:t>
            </a:r>
            <a:r>
              <a:rPr lang="en-US" sz="2100" dirty="0"/>
              <a:t> </a:t>
            </a:r>
            <a:r>
              <a:rPr lang="en-US" sz="2100" dirty="0" err="1"/>
              <a:t>oluşturur</a:t>
            </a:r>
            <a:r>
              <a:rPr lang="en-US" sz="2100" dirty="0"/>
              <a:t>.</a:t>
            </a:r>
          </a:p>
          <a:p>
            <a:r>
              <a:rPr lang="en-US" sz="2100" dirty="0"/>
              <a:t>Diff </a:t>
            </a:r>
            <a:r>
              <a:rPr lang="en-US" sz="2100" dirty="0" err="1"/>
              <a:t>algoritması</a:t>
            </a:r>
            <a:r>
              <a:rPr lang="en-US" sz="2100" dirty="0"/>
              <a:t> </a:t>
            </a:r>
            <a:r>
              <a:rPr lang="en-US" sz="2100" dirty="0" err="1"/>
              <a:t>iki</a:t>
            </a:r>
            <a:r>
              <a:rPr lang="en-US" sz="2100" dirty="0"/>
              <a:t> </a:t>
            </a:r>
            <a:r>
              <a:rPr lang="en-US" sz="2100" dirty="0" err="1"/>
              <a:t>sanal</a:t>
            </a:r>
            <a:r>
              <a:rPr lang="en-US" sz="2100" dirty="0"/>
              <a:t> </a:t>
            </a:r>
            <a:r>
              <a:rPr lang="en-US" sz="2100" dirty="0" err="1"/>
              <a:t>DOM’u</a:t>
            </a:r>
            <a:r>
              <a:rPr lang="en-US" sz="2100" dirty="0"/>
              <a:t> </a:t>
            </a:r>
            <a:r>
              <a:rPr lang="en-US" sz="2100" dirty="0" err="1"/>
              <a:t>karşılaştırır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Farklı</a:t>
            </a:r>
            <a:r>
              <a:rPr lang="en-US" sz="2100" dirty="0"/>
              <a:t> </a:t>
            </a:r>
            <a:r>
              <a:rPr lang="en-US" sz="2100" dirty="0" err="1"/>
              <a:t>olan</a:t>
            </a:r>
            <a:r>
              <a:rPr lang="en-US" sz="2100" dirty="0"/>
              <a:t> </a:t>
            </a:r>
            <a:r>
              <a:rPr lang="en-US" sz="2100" dirty="0" err="1"/>
              <a:t>düğümler</a:t>
            </a:r>
            <a:r>
              <a:rPr lang="en-US" sz="2100" dirty="0"/>
              <a:t> </a:t>
            </a:r>
            <a:r>
              <a:rPr lang="en-US" sz="2100" dirty="0" err="1"/>
              <a:t>sadece</a:t>
            </a:r>
            <a:r>
              <a:rPr lang="en-US" sz="2100" dirty="0"/>
              <a:t> </a:t>
            </a:r>
            <a:r>
              <a:rPr lang="en-US" sz="2100" dirty="0" err="1"/>
              <a:t>gerçek</a:t>
            </a:r>
            <a:r>
              <a:rPr lang="en-US" sz="2100" dirty="0"/>
              <a:t> </a:t>
            </a:r>
            <a:r>
              <a:rPr lang="en-US" sz="2100" dirty="0" err="1"/>
              <a:t>DOM’da</a:t>
            </a:r>
            <a:r>
              <a:rPr lang="en-US" sz="2100" dirty="0"/>
              <a:t> </a:t>
            </a:r>
            <a:r>
              <a:rPr lang="en-US" sz="2100" dirty="0" err="1"/>
              <a:t>güncellenir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Sonuç</a:t>
            </a:r>
            <a:r>
              <a:rPr lang="en-US" sz="2100" dirty="0"/>
              <a:t>: Minimum </a:t>
            </a:r>
            <a:r>
              <a:rPr lang="en-US" sz="2100" dirty="0" err="1"/>
              <a:t>yeniden</a:t>
            </a:r>
            <a:r>
              <a:rPr lang="en-US" sz="2100" dirty="0"/>
              <a:t> </a:t>
            </a:r>
            <a:r>
              <a:rPr lang="en-US" sz="2100" dirty="0" err="1"/>
              <a:t>çizim</a:t>
            </a:r>
            <a:r>
              <a:rPr lang="en-US" sz="2100" dirty="0"/>
              <a:t> → </a:t>
            </a:r>
            <a:r>
              <a:rPr lang="en-US" sz="2100" dirty="0" err="1"/>
              <a:t>Maksimum</a:t>
            </a:r>
            <a:r>
              <a:rPr lang="en-US" sz="2100" dirty="0"/>
              <a:t> </a:t>
            </a:r>
            <a:r>
              <a:rPr lang="en-US" sz="2100" dirty="0" err="1"/>
              <a:t>performans</a:t>
            </a:r>
            <a:r>
              <a:rPr lang="en-US" sz="2100" dirty="0"/>
              <a:t>.</a:t>
            </a:r>
          </a:p>
          <a:p>
            <a:r>
              <a:rPr lang="en-US" sz="2100" dirty="0"/>
              <a:t>React </a:t>
            </a:r>
            <a:r>
              <a:rPr lang="en-US" sz="2100" dirty="0" err="1"/>
              <a:t>bileşen</a:t>
            </a:r>
            <a:r>
              <a:rPr lang="en-US" sz="2100" dirty="0"/>
              <a:t> </a:t>
            </a:r>
            <a:r>
              <a:rPr lang="en-US" sz="2100" dirty="0" err="1"/>
              <a:t>ağacını</a:t>
            </a:r>
            <a:r>
              <a:rPr lang="en-US" sz="2100" dirty="0"/>
              <a:t> Fiber </a:t>
            </a:r>
            <a:r>
              <a:rPr lang="en-US" sz="2100" dirty="0" err="1"/>
              <a:t>yapısına</a:t>
            </a:r>
            <a:r>
              <a:rPr lang="en-US" sz="2100" dirty="0"/>
              <a:t> </a:t>
            </a:r>
            <a:r>
              <a:rPr lang="en-US" sz="2100" dirty="0" err="1"/>
              <a:t>dönüştürür</a:t>
            </a:r>
            <a:r>
              <a:rPr lang="en-US" sz="2100" dirty="0"/>
              <a:t>.</a:t>
            </a:r>
          </a:p>
          <a:p>
            <a:r>
              <a:rPr lang="en-US" sz="2100" dirty="0"/>
              <a:t>Bu </a:t>
            </a:r>
            <a:r>
              <a:rPr lang="en-US" sz="2100" dirty="0" err="1"/>
              <a:t>yapı</a:t>
            </a:r>
            <a:r>
              <a:rPr lang="en-US" sz="2100" dirty="0"/>
              <a:t> “</a:t>
            </a:r>
            <a:r>
              <a:rPr lang="en-US" sz="2100" dirty="0" err="1"/>
              <a:t>işleri</a:t>
            </a:r>
            <a:r>
              <a:rPr lang="en-US" sz="2100" dirty="0"/>
              <a:t> </a:t>
            </a:r>
            <a:r>
              <a:rPr lang="en-US" sz="2100" dirty="0" err="1"/>
              <a:t>parçalara</a:t>
            </a:r>
            <a:r>
              <a:rPr lang="en-US" sz="2100" dirty="0"/>
              <a:t> </a:t>
            </a:r>
            <a:r>
              <a:rPr lang="en-US" sz="2100" dirty="0" err="1"/>
              <a:t>böler</a:t>
            </a:r>
            <a:r>
              <a:rPr lang="en-US" sz="2100" dirty="0"/>
              <a:t>”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verimli</a:t>
            </a:r>
            <a:r>
              <a:rPr lang="en-US" sz="2100" dirty="0"/>
              <a:t> render </a:t>
            </a:r>
            <a:r>
              <a:rPr lang="en-US" sz="2100" dirty="0" err="1"/>
              <a:t>sağlar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Tarayıcı</a:t>
            </a:r>
            <a:r>
              <a:rPr lang="en-US" sz="2100" dirty="0"/>
              <a:t> </a:t>
            </a:r>
            <a:r>
              <a:rPr lang="en-US" sz="2100" dirty="0" err="1"/>
              <a:t>boşta</a:t>
            </a:r>
            <a:r>
              <a:rPr lang="en-US" sz="2100" dirty="0"/>
              <a:t> </a:t>
            </a:r>
            <a:r>
              <a:rPr lang="en-US" sz="2100" dirty="0" err="1"/>
              <a:t>kaldığında</a:t>
            </a:r>
            <a:r>
              <a:rPr lang="en-US" sz="2100" dirty="0"/>
              <a:t> </a:t>
            </a:r>
            <a:r>
              <a:rPr lang="en-US" sz="2100" dirty="0" err="1"/>
              <a:t>güncelleme</a:t>
            </a:r>
            <a:r>
              <a:rPr lang="en-US" sz="2100" dirty="0"/>
              <a:t> </a:t>
            </a:r>
            <a:r>
              <a:rPr lang="en-US" sz="2100" dirty="0" err="1"/>
              <a:t>yapılır</a:t>
            </a:r>
            <a:r>
              <a:rPr lang="en-US" sz="2100" dirty="0"/>
              <a:t> → non-blocking UI.</a:t>
            </a:r>
          </a:p>
          <a:p>
            <a:endParaRPr lang="en-US" sz="2100" dirty="0"/>
          </a:p>
          <a:p>
            <a:endParaRPr lang="en-US" sz="2100" dirty="0"/>
          </a:p>
        </p:txBody>
      </p:sp>
      <p:sp>
        <p:nvSpPr>
          <p:cNvPr id="5" name="Shape 267">
            <a:extLst>
              <a:ext uri="{FF2B5EF4-FFF2-40B4-BE49-F238E27FC236}">
                <a16:creationId xmlns:a16="http://schemas.microsoft.com/office/drawing/2014/main" id="{A28DE32C-2801-A12B-565E-867B6CD94226}"/>
              </a:ext>
            </a:extLst>
          </p:cNvPr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3771C-7ADE-F1CD-00E1-114EC4313DCB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7" name="Picture 6" descr="A computer code with text&#10;&#10;AI-generated content may be incorrect.">
            <a:extLst>
              <a:ext uri="{FF2B5EF4-FFF2-40B4-BE49-F238E27FC236}">
                <a16:creationId xmlns:a16="http://schemas.microsoft.com/office/drawing/2014/main" id="{CF0F2BE1-C188-6B58-1953-16AB3B255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79" y="4495800"/>
            <a:ext cx="5791200" cy="182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6838CF-E0CA-258A-0E92-E6F884C17A59}"/>
              </a:ext>
            </a:extLst>
          </p:cNvPr>
          <p:cNvSpPr txBox="1"/>
          <p:nvPr/>
        </p:nvSpPr>
        <p:spPr>
          <a:xfrm>
            <a:off x="6388769" y="4645735"/>
            <a:ext cx="2057400" cy="153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 err="1"/>
              <a:t>DOM’da</a:t>
            </a:r>
            <a:r>
              <a:rPr lang="en-US" sz="1700" dirty="0"/>
              <a:t> </a:t>
            </a:r>
            <a:r>
              <a:rPr lang="en-US" sz="1700" dirty="0" err="1"/>
              <a:t>sadece</a:t>
            </a:r>
            <a:r>
              <a:rPr lang="en-US" sz="1700" dirty="0"/>
              <a:t> &lt;p&gt; </a:t>
            </a:r>
            <a:r>
              <a:rPr lang="en-US" sz="1700" dirty="0" err="1"/>
              <a:t>etiketi</a:t>
            </a:r>
            <a:r>
              <a:rPr lang="en-US" sz="1700" dirty="0"/>
              <a:t> </a:t>
            </a:r>
            <a:r>
              <a:rPr lang="en-US" sz="1700" dirty="0" err="1"/>
              <a:t>güncellenir</a:t>
            </a:r>
            <a:r>
              <a:rPr lang="en-US" sz="1700" dirty="0"/>
              <a:t>, </a:t>
            </a:r>
            <a:r>
              <a:rPr lang="en-US" sz="1700" dirty="0" err="1"/>
              <a:t>tüm</a:t>
            </a:r>
            <a:r>
              <a:rPr lang="en-US" sz="1700" dirty="0"/>
              <a:t> </a:t>
            </a:r>
            <a:r>
              <a:rPr lang="en-US" sz="1700" dirty="0" err="1"/>
              <a:t>sayfa</a:t>
            </a:r>
            <a:r>
              <a:rPr lang="en-US" sz="1700" dirty="0"/>
              <a:t> </a:t>
            </a:r>
            <a:r>
              <a:rPr lang="en-US" sz="1700" dirty="0" err="1"/>
              <a:t>değil</a:t>
            </a:r>
            <a:r>
              <a:rPr lang="en-US" sz="1700" dirty="0"/>
              <a:t>!</a:t>
            </a:r>
          </a:p>
          <a:p>
            <a:endParaRPr lang="en-TR" sz="1700" dirty="0"/>
          </a:p>
        </p:txBody>
      </p:sp>
    </p:spTree>
    <p:extLst>
      <p:ext uri="{BB962C8B-B14F-4D97-AF65-F5344CB8AC3E}">
        <p14:creationId xmlns:p14="http://schemas.microsoft.com/office/powerpoint/2010/main" val="760268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AF180-A64A-C29B-1F51-41C7C3A18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65AD85-665A-9E12-EF30-65ED448E3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React</a:t>
            </a:r>
            <a:r>
              <a:rPr lang="tr-TR" dirty="0"/>
              <a:t> DOM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5D15BD7-AEFE-4E8C-68DE-0EE132355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 err="1"/>
              <a:t>Eskiden</a:t>
            </a:r>
            <a:r>
              <a:rPr lang="en-US" sz="2100" dirty="0"/>
              <a:t> React, </a:t>
            </a:r>
            <a:r>
              <a:rPr lang="en-US" sz="2100" dirty="0" err="1"/>
              <a:t>sanal</a:t>
            </a:r>
            <a:r>
              <a:rPr lang="en-US" sz="2100" dirty="0"/>
              <a:t> </a:t>
            </a:r>
            <a:r>
              <a:rPr lang="en-US" sz="2100" dirty="0" err="1"/>
              <a:t>DOM’daki</a:t>
            </a:r>
            <a:r>
              <a:rPr lang="en-US" sz="2100" dirty="0"/>
              <a:t> </a:t>
            </a:r>
            <a:r>
              <a:rPr lang="en-US" sz="2100" dirty="0" err="1"/>
              <a:t>değişiklikleri</a:t>
            </a:r>
            <a:r>
              <a:rPr lang="en-US" sz="2100" dirty="0"/>
              <a:t> </a:t>
            </a:r>
            <a:r>
              <a:rPr lang="en-US" sz="2100" dirty="0" err="1"/>
              <a:t>hesaplayıp</a:t>
            </a:r>
            <a:r>
              <a:rPr lang="en-US" sz="2100" dirty="0"/>
              <a:t> </a:t>
            </a:r>
            <a:r>
              <a:rPr lang="en-US" sz="2100" dirty="0" err="1"/>
              <a:t>tek</a:t>
            </a:r>
            <a:r>
              <a:rPr lang="en-US" sz="2100" dirty="0"/>
              <a:t> </a:t>
            </a:r>
            <a:r>
              <a:rPr lang="en-US" sz="2100" dirty="0" err="1"/>
              <a:t>seferde</a:t>
            </a:r>
            <a:r>
              <a:rPr lang="en-US" sz="2100" dirty="0"/>
              <a:t> </a:t>
            </a:r>
            <a:r>
              <a:rPr lang="en-US" sz="2100" dirty="0" err="1"/>
              <a:t>DOM’a</a:t>
            </a:r>
            <a:r>
              <a:rPr lang="en-US" sz="2100" dirty="0"/>
              <a:t> </a:t>
            </a:r>
            <a:r>
              <a:rPr lang="en-US" sz="2100" dirty="0" err="1"/>
              <a:t>uygular</a:t>
            </a:r>
            <a:r>
              <a:rPr lang="en-US" sz="2100" dirty="0"/>
              <a:t>, </a:t>
            </a:r>
            <a:r>
              <a:rPr lang="en-US" sz="2100" dirty="0" err="1"/>
              <a:t>bu</a:t>
            </a:r>
            <a:r>
              <a:rPr lang="en-US" sz="2100" dirty="0"/>
              <a:t> </a:t>
            </a:r>
            <a:r>
              <a:rPr lang="en-US" sz="2100" dirty="0" err="1"/>
              <a:t>sırada</a:t>
            </a:r>
            <a:r>
              <a:rPr lang="en-US" sz="2100" dirty="0"/>
              <a:t> JavaScript </a:t>
            </a:r>
            <a:r>
              <a:rPr lang="en-US" sz="2100" dirty="0" err="1"/>
              <a:t>işlemi</a:t>
            </a:r>
            <a:r>
              <a:rPr lang="en-US" sz="2100" dirty="0"/>
              <a:t> </a:t>
            </a:r>
            <a:r>
              <a:rPr lang="en-US" sz="2100" dirty="0" err="1"/>
              <a:t>bitene</a:t>
            </a:r>
            <a:r>
              <a:rPr lang="en-US" sz="2100" dirty="0"/>
              <a:t> </a:t>
            </a:r>
            <a:r>
              <a:rPr lang="en-US" sz="2100" dirty="0" err="1"/>
              <a:t>kadar</a:t>
            </a:r>
            <a:r>
              <a:rPr lang="en-US" sz="2100" dirty="0"/>
              <a:t> </a:t>
            </a:r>
            <a:r>
              <a:rPr lang="en-US" sz="2100" dirty="0" err="1"/>
              <a:t>tarayıcıyı</a:t>
            </a:r>
            <a:r>
              <a:rPr lang="en-US" sz="2100" dirty="0"/>
              <a:t> bloke </a:t>
            </a:r>
            <a:r>
              <a:rPr lang="en-US" sz="2100" dirty="0" err="1"/>
              <a:t>ederdi</a:t>
            </a:r>
            <a:r>
              <a:rPr lang="en-US" sz="2100" dirty="0"/>
              <a:t>. Yani </a:t>
            </a:r>
            <a:r>
              <a:rPr lang="en-US" sz="2100" dirty="0" err="1"/>
              <a:t>sayfa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anda</a:t>
            </a:r>
            <a:r>
              <a:rPr lang="en-US" sz="2100" dirty="0"/>
              <a:t> </a:t>
            </a:r>
            <a:r>
              <a:rPr lang="en-US" sz="2100" dirty="0" err="1"/>
              <a:t>donabilir</a:t>
            </a:r>
            <a:r>
              <a:rPr lang="en-US" sz="2100" dirty="0"/>
              <a:t>, </a:t>
            </a:r>
            <a:r>
              <a:rPr lang="en-US" sz="2100" dirty="0" err="1"/>
              <a:t>kullanıcı</a:t>
            </a:r>
            <a:r>
              <a:rPr lang="en-US" sz="2100" dirty="0"/>
              <a:t> </a:t>
            </a:r>
            <a:r>
              <a:rPr lang="en-US" sz="2100" dirty="0" err="1"/>
              <a:t>etkileşimleri</a:t>
            </a:r>
            <a:r>
              <a:rPr lang="en-US" sz="2100" dirty="0"/>
              <a:t> </a:t>
            </a:r>
            <a:r>
              <a:rPr lang="en-US" sz="2100" dirty="0" err="1"/>
              <a:t>gecikebilirdi</a:t>
            </a:r>
            <a:r>
              <a:rPr lang="en-US" sz="2100" dirty="0"/>
              <a:t>.</a:t>
            </a:r>
          </a:p>
          <a:p>
            <a:r>
              <a:rPr lang="en-US" sz="2100" dirty="0"/>
              <a:t>React </a:t>
            </a:r>
            <a:r>
              <a:rPr lang="en-US" sz="2100" dirty="0" err="1"/>
              <a:t>ekibi</a:t>
            </a:r>
            <a:r>
              <a:rPr lang="en-US" sz="2100" dirty="0"/>
              <a:t> </a:t>
            </a:r>
            <a:r>
              <a:rPr lang="en-US" sz="2100" dirty="0" err="1"/>
              <a:t>bunu</a:t>
            </a:r>
            <a:r>
              <a:rPr lang="en-US" sz="2100" dirty="0"/>
              <a:t> </a:t>
            </a:r>
            <a:r>
              <a:rPr lang="en-US" sz="2100" dirty="0" err="1"/>
              <a:t>çözmek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Fiber Architecture </a:t>
            </a:r>
            <a:r>
              <a:rPr lang="en-US" sz="2100" dirty="0" err="1"/>
              <a:t>adında</a:t>
            </a:r>
            <a:r>
              <a:rPr lang="en-US" sz="2100" dirty="0"/>
              <a:t> yeni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sistem</a:t>
            </a:r>
            <a:r>
              <a:rPr lang="en-US" sz="2100" dirty="0"/>
              <a:t> </a:t>
            </a:r>
            <a:r>
              <a:rPr lang="en-US" sz="2100" dirty="0" err="1"/>
              <a:t>geliştirdi</a:t>
            </a:r>
            <a:r>
              <a:rPr lang="en-US" sz="2100" dirty="0"/>
              <a:t> (React 16’dan </a:t>
            </a:r>
            <a:r>
              <a:rPr lang="en-US" sz="2100" dirty="0" err="1"/>
              <a:t>itibaren</a:t>
            </a:r>
            <a:r>
              <a:rPr lang="en-US" sz="2100" dirty="0"/>
              <a:t>).</a:t>
            </a:r>
          </a:p>
          <a:p>
            <a:r>
              <a:rPr lang="en-US" sz="2100" dirty="0"/>
              <a:t>Fiber, React </a:t>
            </a:r>
            <a:r>
              <a:rPr lang="en-US" sz="2100" dirty="0" err="1"/>
              <a:t>bileşen</a:t>
            </a:r>
            <a:r>
              <a:rPr lang="en-US" sz="2100" dirty="0"/>
              <a:t> </a:t>
            </a:r>
            <a:r>
              <a:rPr lang="en-US" sz="2100" dirty="0" err="1"/>
              <a:t>ağacını</a:t>
            </a:r>
            <a:r>
              <a:rPr lang="en-US" sz="2100" dirty="0"/>
              <a:t> “fiber” </a:t>
            </a:r>
            <a:r>
              <a:rPr lang="en-US" sz="2100" dirty="0" err="1"/>
              <a:t>denen</a:t>
            </a:r>
            <a:r>
              <a:rPr lang="en-US" sz="2100" dirty="0"/>
              <a:t> </a:t>
            </a:r>
            <a:r>
              <a:rPr lang="en-US" sz="2100" dirty="0" err="1"/>
              <a:t>küçük</a:t>
            </a:r>
            <a:r>
              <a:rPr lang="en-US" sz="2100" dirty="0"/>
              <a:t> </a:t>
            </a:r>
            <a:r>
              <a:rPr lang="en-US" sz="2100" dirty="0" err="1"/>
              <a:t>birimlere</a:t>
            </a:r>
            <a:r>
              <a:rPr lang="en-US" sz="2100" dirty="0"/>
              <a:t> </a:t>
            </a:r>
            <a:r>
              <a:rPr lang="en-US" sz="2100" dirty="0" err="1"/>
              <a:t>böler</a:t>
            </a:r>
            <a:r>
              <a:rPr lang="en-US" sz="2100" dirty="0"/>
              <a:t>.</a:t>
            </a:r>
          </a:p>
          <a:p>
            <a:r>
              <a:rPr lang="en-US" sz="2100" dirty="0"/>
              <a:t>Her fiber,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bileşeni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onun</a:t>
            </a:r>
            <a:r>
              <a:rPr lang="en-US" sz="2100" dirty="0"/>
              <a:t> </a:t>
            </a:r>
            <a:r>
              <a:rPr lang="en-US" sz="2100" dirty="0" err="1"/>
              <a:t>durumunu</a:t>
            </a:r>
            <a:r>
              <a:rPr lang="en-US" sz="2100" dirty="0"/>
              <a:t> </a:t>
            </a:r>
            <a:r>
              <a:rPr lang="en-US" sz="2100" dirty="0" err="1"/>
              <a:t>temsil</a:t>
            </a:r>
            <a:r>
              <a:rPr lang="en-US" sz="2100" dirty="0"/>
              <a:t> </a:t>
            </a:r>
            <a:r>
              <a:rPr lang="en-US" sz="2100" dirty="0" err="1"/>
              <a:t>eder</a:t>
            </a:r>
            <a:r>
              <a:rPr lang="en-US" sz="2100" dirty="0"/>
              <a:t>:</a:t>
            </a:r>
          </a:p>
          <a:p>
            <a:r>
              <a:rPr lang="en-US" sz="2100" dirty="0"/>
              <a:t>hangi </a:t>
            </a:r>
            <a:r>
              <a:rPr lang="en-US" sz="2100" dirty="0" err="1"/>
              <a:t>props’lar</a:t>
            </a:r>
            <a:r>
              <a:rPr lang="en-US" sz="2100" dirty="0"/>
              <a:t> var, hangi state </a:t>
            </a:r>
            <a:r>
              <a:rPr lang="en-US" sz="2100" dirty="0" err="1"/>
              <a:t>değişmiş</a:t>
            </a:r>
            <a:r>
              <a:rPr lang="en-US" sz="2100" dirty="0"/>
              <a:t>, hangi DOM </a:t>
            </a:r>
            <a:r>
              <a:rPr lang="en-US" sz="2100" dirty="0" err="1"/>
              <a:t>düğümüyle</a:t>
            </a:r>
            <a:r>
              <a:rPr lang="en-US" sz="2100" dirty="0"/>
              <a:t> </a:t>
            </a:r>
            <a:r>
              <a:rPr lang="en-US" sz="2100" dirty="0" err="1"/>
              <a:t>ilişkili</a:t>
            </a:r>
            <a:r>
              <a:rPr lang="en-US" sz="2100" dirty="0"/>
              <a:t>, vb.</a:t>
            </a:r>
          </a:p>
          <a:p>
            <a:r>
              <a:rPr lang="en-US" sz="2100" dirty="0"/>
              <a:t>Bu </a:t>
            </a:r>
            <a:r>
              <a:rPr lang="en-US" sz="2100" dirty="0" err="1"/>
              <a:t>sistemin</a:t>
            </a:r>
            <a:r>
              <a:rPr lang="en-US" sz="2100" dirty="0"/>
              <a:t> </a:t>
            </a:r>
            <a:r>
              <a:rPr lang="en-US" sz="2100" dirty="0" err="1"/>
              <a:t>amacı</a:t>
            </a:r>
            <a:r>
              <a:rPr lang="en-US" sz="2100" dirty="0"/>
              <a:t>:</a:t>
            </a:r>
          </a:p>
          <a:p>
            <a:r>
              <a:rPr lang="en-US" sz="2100" dirty="0"/>
              <a:t>Büyük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işi</a:t>
            </a:r>
            <a:r>
              <a:rPr lang="en-US" sz="2100" dirty="0"/>
              <a:t> </a:t>
            </a:r>
            <a:r>
              <a:rPr lang="en-US" sz="2100" dirty="0" err="1"/>
              <a:t>küçük</a:t>
            </a:r>
            <a:r>
              <a:rPr lang="en-US" sz="2100" dirty="0"/>
              <a:t> </a:t>
            </a:r>
            <a:r>
              <a:rPr lang="en-US" sz="2100" dirty="0" err="1"/>
              <a:t>parçalar</a:t>
            </a:r>
            <a:r>
              <a:rPr lang="en-US" sz="2100" dirty="0"/>
              <a:t> </a:t>
            </a:r>
            <a:r>
              <a:rPr lang="en-US" sz="2100" dirty="0" err="1"/>
              <a:t>halinde</a:t>
            </a:r>
            <a:r>
              <a:rPr lang="en-US" sz="2100" dirty="0"/>
              <a:t>, </a:t>
            </a:r>
            <a:r>
              <a:rPr lang="en-US" sz="2100" dirty="0" err="1"/>
              <a:t>kesintisiz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kontrol</a:t>
            </a:r>
            <a:r>
              <a:rPr lang="en-US" sz="2100" dirty="0"/>
              <a:t> </a:t>
            </a:r>
            <a:r>
              <a:rPr lang="en-US" sz="2100" dirty="0" err="1"/>
              <a:t>edilebilir</a:t>
            </a:r>
            <a:r>
              <a:rPr lang="en-US" sz="2100" dirty="0"/>
              <a:t> </a:t>
            </a:r>
            <a:r>
              <a:rPr lang="en-US" sz="2100" dirty="0" err="1"/>
              <a:t>biçimde</a:t>
            </a:r>
            <a:r>
              <a:rPr lang="en-US" sz="2100" dirty="0"/>
              <a:t> </a:t>
            </a:r>
            <a:r>
              <a:rPr lang="en-US" sz="2100" dirty="0" err="1"/>
              <a:t>işlemek</a:t>
            </a:r>
            <a:r>
              <a:rPr lang="en-US" sz="2100" dirty="0"/>
              <a:t>.</a:t>
            </a:r>
          </a:p>
          <a:p>
            <a:endParaRPr lang="en-US" sz="2100" dirty="0"/>
          </a:p>
          <a:p>
            <a:endParaRPr lang="en-US" sz="2100" dirty="0"/>
          </a:p>
        </p:txBody>
      </p:sp>
      <p:sp>
        <p:nvSpPr>
          <p:cNvPr id="5" name="Shape 267">
            <a:extLst>
              <a:ext uri="{FF2B5EF4-FFF2-40B4-BE49-F238E27FC236}">
                <a16:creationId xmlns:a16="http://schemas.microsoft.com/office/drawing/2014/main" id="{9DBC3135-A5A5-34FC-E7A6-F831504E02E5}"/>
              </a:ext>
            </a:extLst>
          </p:cNvPr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D892F-48CE-506B-F372-0CE31F14CB0D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1870039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5D9E7-B334-8F0E-4C69-0F6313A8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E2CC4FF-3885-07DA-5150-48DD1D31A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React</a:t>
            </a:r>
            <a:r>
              <a:rPr lang="tr-TR" dirty="0"/>
              <a:t> DOM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B2DD864-0B5A-23DC-1D70-40F8CB0AF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b="1" dirty="0" err="1"/>
              <a:t>Parçalı</a:t>
            </a:r>
            <a:r>
              <a:rPr lang="en-US" sz="2100" b="1" dirty="0"/>
              <a:t> (incremental) render:</a:t>
            </a:r>
          </a:p>
          <a:p>
            <a:pPr lvl="1"/>
            <a:r>
              <a:rPr lang="en-US" dirty="0"/>
              <a:t>React, </a:t>
            </a:r>
            <a:r>
              <a:rPr lang="en-US" dirty="0" err="1"/>
              <a:t>bileşenleri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işler</a:t>
            </a:r>
            <a:r>
              <a:rPr lang="en-US" dirty="0"/>
              <a:t>, her </a:t>
            </a:r>
            <a:r>
              <a:rPr lang="en-US" dirty="0" err="1"/>
              <a:t>birini</a:t>
            </a:r>
            <a:r>
              <a:rPr lang="en-US" dirty="0"/>
              <a:t>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“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paketi</a:t>
            </a:r>
            <a:r>
              <a:rPr lang="en-US" dirty="0"/>
              <a:t>”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tarayıcıya</a:t>
            </a:r>
            <a:r>
              <a:rPr lang="en-US" dirty="0"/>
              <a:t> </a:t>
            </a:r>
            <a:r>
              <a:rPr lang="en-US" dirty="0" err="1"/>
              <a:t>acil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 (</a:t>
            </a:r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tıklaması</a:t>
            </a:r>
            <a:r>
              <a:rPr lang="en-US" dirty="0"/>
              <a:t>) </a:t>
            </a:r>
            <a:r>
              <a:rPr lang="en-US" dirty="0" err="1"/>
              <a:t>gelirse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React o </a:t>
            </a:r>
            <a:r>
              <a:rPr lang="en-US" dirty="0" err="1"/>
              <a:t>anki</a:t>
            </a:r>
            <a:r>
              <a:rPr lang="en-US" dirty="0"/>
              <a:t> </a:t>
            </a:r>
            <a:r>
              <a:rPr lang="en-US" dirty="0" err="1"/>
              <a:t>işi</a:t>
            </a:r>
            <a:r>
              <a:rPr lang="en-US" dirty="0"/>
              <a:t> </a:t>
            </a:r>
            <a:r>
              <a:rPr lang="en-US" dirty="0" err="1"/>
              <a:t>yarıda</a:t>
            </a:r>
            <a:r>
              <a:rPr lang="en-US" dirty="0"/>
              <a:t> </a:t>
            </a:r>
            <a:r>
              <a:rPr lang="en-US" dirty="0" err="1"/>
              <a:t>kesebilir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kaldığı</a:t>
            </a:r>
            <a:r>
              <a:rPr lang="en-US" dirty="0"/>
              <a:t> </a:t>
            </a:r>
            <a:r>
              <a:rPr lang="en-US" dirty="0" err="1"/>
              <a:t>yerden</a:t>
            </a:r>
            <a:r>
              <a:rPr lang="en-US" dirty="0"/>
              <a:t> </a:t>
            </a:r>
            <a:r>
              <a:rPr lang="en-US" dirty="0" err="1"/>
              <a:t>devam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Bu, non-blocking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kesintisiz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deneyimi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.</a:t>
            </a:r>
          </a:p>
          <a:p>
            <a:r>
              <a:rPr lang="en-US" b="1" dirty="0"/>
              <a:t>Prioritization (</a:t>
            </a:r>
            <a:r>
              <a:rPr lang="en-US" b="1" dirty="0" err="1"/>
              <a:t>önceliklendirme</a:t>
            </a:r>
            <a:r>
              <a:rPr lang="en-US" b="1" dirty="0"/>
              <a:t>):</a:t>
            </a:r>
          </a:p>
          <a:p>
            <a:pPr lvl="1"/>
            <a:r>
              <a:rPr lang="en-US" dirty="0"/>
              <a:t>Her </a:t>
            </a:r>
            <a:r>
              <a:rPr lang="en-US" dirty="0" err="1"/>
              <a:t>işin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önceliği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etkileşimi</a:t>
            </a:r>
            <a:r>
              <a:rPr lang="en-US" dirty="0"/>
              <a:t> →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öncelik</a:t>
            </a:r>
            <a:endParaRPr lang="en-US" dirty="0"/>
          </a:p>
          <a:p>
            <a:pPr lvl="1"/>
            <a:r>
              <a:rPr lang="en-US" dirty="0"/>
              <a:t>Arka </a:t>
            </a:r>
            <a:r>
              <a:rPr lang="en-US" dirty="0" err="1"/>
              <a:t>plandaki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en-US" dirty="0"/>
              <a:t> </a:t>
            </a:r>
            <a:r>
              <a:rPr lang="en-US" dirty="0" err="1"/>
              <a:t>hesaplaması</a:t>
            </a:r>
            <a:r>
              <a:rPr lang="en-US" dirty="0"/>
              <a:t> → </a:t>
            </a:r>
            <a:r>
              <a:rPr lang="en-US" dirty="0" err="1"/>
              <a:t>düşük</a:t>
            </a:r>
            <a:r>
              <a:rPr lang="en-US" dirty="0"/>
              <a:t> </a:t>
            </a:r>
            <a:r>
              <a:rPr lang="en-US" dirty="0" err="1"/>
              <a:t>öncelik</a:t>
            </a:r>
            <a:endParaRPr lang="en-US" dirty="0"/>
          </a:p>
          <a:p>
            <a:pPr lvl="1"/>
            <a:r>
              <a:rPr lang="en-US" dirty="0"/>
              <a:t>React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öncelikleri</a:t>
            </a:r>
            <a:r>
              <a:rPr lang="en-US" dirty="0"/>
              <a:t> </a:t>
            </a:r>
            <a:r>
              <a:rPr lang="en-US" dirty="0" err="1"/>
              <a:t>göz</a:t>
            </a:r>
            <a:r>
              <a:rPr lang="en-US" dirty="0"/>
              <a:t> </a:t>
            </a:r>
            <a:r>
              <a:rPr lang="en-US" dirty="0" err="1"/>
              <a:t>önüne</a:t>
            </a:r>
            <a:r>
              <a:rPr lang="en-US" dirty="0"/>
              <a:t> </a:t>
            </a:r>
            <a:r>
              <a:rPr lang="en-US" dirty="0" err="1"/>
              <a:t>alarak</a:t>
            </a:r>
            <a:r>
              <a:rPr lang="en-US" dirty="0"/>
              <a:t> render </a:t>
            </a:r>
            <a:r>
              <a:rPr lang="en-US" dirty="0" err="1"/>
              <a:t>sırasını</a:t>
            </a:r>
            <a:r>
              <a:rPr lang="en-US" dirty="0"/>
              <a:t> </a:t>
            </a:r>
            <a:r>
              <a:rPr lang="en-US" dirty="0" err="1"/>
              <a:t>ayarlar</a:t>
            </a:r>
            <a:r>
              <a:rPr lang="en-US" dirty="0"/>
              <a:t>.</a:t>
            </a:r>
          </a:p>
          <a:p>
            <a:r>
              <a:rPr lang="en-US" b="1" dirty="0"/>
              <a:t>Reconciliation (</a:t>
            </a:r>
            <a:r>
              <a:rPr lang="en-US" b="1" dirty="0" err="1"/>
              <a:t>uzlaştırma</a:t>
            </a:r>
            <a:r>
              <a:rPr lang="en-US" b="1" dirty="0"/>
              <a:t>):</a:t>
            </a:r>
          </a:p>
          <a:p>
            <a:pPr lvl="1"/>
            <a:r>
              <a:rPr lang="en-US" dirty="0"/>
              <a:t>Fiber </a:t>
            </a:r>
            <a:r>
              <a:rPr lang="en-US" dirty="0" err="1"/>
              <a:t>yapısı</a:t>
            </a:r>
            <a:r>
              <a:rPr lang="en-US" dirty="0"/>
              <a:t>, </a:t>
            </a:r>
            <a:r>
              <a:rPr lang="en-US" dirty="0" err="1"/>
              <a:t>sanal</a:t>
            </a:r>
            <a:r>
              <a:rPr lang="en-US" dirty="0"/>
              <a:t> DOM </a:t>
            </a:r>
            <a:r>
              <a:rPr lang="en-US" dirty="0" err="1"/>
              <a:t>farklarını</a:t>
            </a:r>
            <a:r>
              <a:rPr lang="en-US" dirty="0"/>
              <a:t> </a:t>
            </a:r>
            <a:r>
              <a:rPr lang="en-US" dirty="0" err="1"/>
              <a:t>hesaplarken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küçük</a:t>
            </a:r>
            <a:r>
              <a:rPr lang="en-US" dirty="0"/>
              <a:t> fiber </a:t>
            </a:r>
            <a:r>
              <a:rPr lang="en-US" dirty="0" err="1"/>
              <a:t>düğümlerini</a:t>
            </a:r>
            <a:r>
              <a:rPr lang="en-US" dirty="0"/>
              <a:t> </a:t>
            </a:r>
            <a:r>
              <a:rPr lang="en-US" dirty="0" err="1"/>
              <a:t>kullanır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Böylece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değişen</a:t>
            </a:r>
            <a:r>
              <a:rPr lang="en-US" dirty="0"/>
              <a:t> </a:t>
            </a:r>
            <a:r>
              <a:rPr lang="en-US" dirty="0" err="1"/>
              <a:t>kısımlar</a:t>
            </a:r>
            <a:r>
              <a:rPr lang="en-US" dirty="0"/>
              <a:t> </a:t>
            </a:r>
            <a:r>
              <a:rPr lang="en-US" dirty="0" err="1"/>
              <a:t>DOM’a</a:t>
            </a:r>
            <a:r>
              <a:rPr lang="en-US" dirty="0"/>
              <a:t> </a:t>
            </a:r>
            <a:r>
              <a:rPr lang="en-US" dirty="0" err="1"/>
              <a:t>yansıtılır</a:t>
            </a:r>
            <a:r>
              <a:rPr lang="en-US" dirty="0"/>
              <a:t>.</a:t>
            </a:r>
          </a:p>
          <a:p>
            <a:endParaRPr lang="en-US" sz="2100" dirty="0"/>
          </a:p>
        </p:txBody>
      </p:sp>
      <p:sp>
        <p:nvSpPr>
          <p:cNvPr id="5" name="Shape 267">
            <a:extLst>
              <a:ext uri="{FF2B5EF4-FFF2-40B4-BE49-F238E27FC236}">
                <a16:creationId xmlns:a16="http://schemas.microsoft.com/office/drawing/2014/main" id="{16B678D4-B830-655F-ED51-19112D574E74}"/>
              </a:ext>
            </a:extLst>
          </p:cNvPr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6511BD-9E2C-0692-9DE0-5E16441CC965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1906981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93857-16DA-0362-C2C6-138CDA05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141A427-52DF-776D-D7A7-37B39A25C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React</a:t>
            </a:r>
            <a:r>
              <a:rPr lang="tr-TR" dirty="0"/>
              <a:t> DOM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653AF41-3AA3-27D8-2C80-45F73CEA1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 err="1"/>
              <a:t>Diyelim</a:t>
            </a:r>
            <a:r>
              <a:rPr lang="en-US" sz="2100" dirty="0"/>
              <a:t> ki React </a:t>
            </a:r>
            <a:r>
              <a:rPr lang="en-US" sz="2100" dirty="0" err="1"/>
              <a:t>uygulaman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ağaç</a:t>
            </a:r>
            <a:r>
              <a:rPr lang="en-US" sz="2100" dirty="0"/>
              <a:t>:</a:t>
            </a:r>
          </a:p>
          <a:p>
            <a:endParaRPr lang="en-US" sz="2100" dirty="0"/>
          </a:p>
          <a:p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r>
              <a:rPr lang="en-US" sz="2100" dirty="0" err="1"/>
              <a:t>Eskiden</a:t>
            </a:r>
            <a:r>
              <a:rPr lang="en-US" sz="2100" dirty="0"/>
              <a:t> React </a:t>
            </a:r>
            <a:r>
              <a:rPr lang="en-US" sz="2100" dirty="0" err="1"/>
              <a:t>bu</a:t>
            </a:r>
            <a:r>
              <a:rPr lang="en-US" sz="2100" dirty="0"/>
              <a:t> </a:t>
            </a:r>
            <a:r>
              <a:rPr lang="en-US" sz="2100" dirty="0" err="1"/>
              <a:t>ağacı</a:t>
            </a:r>
            <a:r>
              <a:rPr lang="en-US" sz="2100" dirty="0"/>
              <a:t> </a:t>
            </a:r>
            <a:r>
              <a:rPr lang="en-US" sz="2100" dirty="0" err="1"/>
              <a:t>tek</a:t>
            </a:r>
            <a:r>
              <a:rPr lang="en-US" sz="2100" dirty="0"/>
              <a:t> </a:t>
            </a:r>
            <a:r>
              <a:rPr lang="en-US" sz="2100" dirty="0" err="1"/>
              <a:t>hamlede</a:t>
            </a:r>
            <a:r>
              <a:rPr lang="en-US" sz="2100" dirty="0"/>
              <a:t> </a:t>
            </a:r>
            <a:r>
              <a:rPr lang="en-US" sz="2100" dirty="0" err="1"/>
              <a:t>işlerdi</a:t>
            </a:r>
            <a:r>
              <a:rPr lang="en-US" sz="2100" dirty="0"/>
              <a:t>.</a:t>
            </a:r>
          </a:p>
          <a:p>
            <a:r>
              <a:rPr lang="en-US" sz="2100" dirty="0"/>
              <a:t>Fiber </a:t>
            </a:r>
            <a:r>
              <a:rPr lang="en-US" sz="2100" dirty="0" err="1"/>
              <a:t>ile</a:t>
            </a:r>
            <a:r>
              <a:rPr lang="en-US" sz="2100" dirty="0"/>
              <a:t>:</a:t>
            </a:r>
          </a:p>
          <a:p>
            <a:r>
              <a:rPr lang="en-US" sz="2100" dirty="0"/>
              <a:t>Her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bileşen</a:t>
            </a:r>
            <a:r>
              <a:rPr lang="en-US" sz="2100" dirty="0"/>
              <a:t> </a:t>
            </a:r>
            <a:r>
              <a:rPr lang="en-US" sz="2100" dirty="0" err="1"/>
              <a:t>kendi</a:t>
            </a:r>
            <a:r>
              <a:rPr lang="en-US" sz="2100" dirty="0"/>
              <a:t> “fiber” </a:t>
            </a:r>
            <a:r>
              <a:rPr lang="en-US" sz="2100" dirty="0" err="1"/>
              <a:t>nesnesi</a:t>
            </a:r>
            <a:r>
              <a:rPr lang="en-US" sz="2100" dirty="0"/>
              <a:t> </a:t>
            </a:r>
            <a:r>
              <a:rPr lang="en-US" sz="2100" dirty="0" err="1"/>
              <a:t>olur</a:t>
            </a:r>
            <a:r>
              <a:rPr lang="en-US" sz="2100" dirty="0"/>
              <a:t>.</a:t>
            </a:r>
          </a:p>
          <a:p>
            <a:r>
              <a:rPr lang="en-US" sz="2100" dirty="0"/>
              <a:t>React </a:t>
            </a:r>
            <a:r>
              <a:rPr lang="en-US" sz="2100" dirty="0" err="1"/>
              <a:t>bu</a:t>
            </a:r>
            <a:r>
              <a:rPr lang="en-US" sz="2100" dirty="0"/>
              <a:t> </a:t>
            </a:r>
            <a:r>
              <a:rPr lang="en-US" sz="2100" dirty="0" err="1"/>
              <a:t>fiber’ları</a:t>
            </a:r>
            <a:r>
              <a:rPr lang="en-US" sz="2100" dirty="0"/>
              <a:t> </a:t>
            </a:r>
            <a:r>
              <a:rPr lang="en-US" sz="2100" dirty="0" err="1"/>
              <a:t>sırayla</a:t>
            </a:r>
            <a:r>
              <a:rPr lang="en-US" sz="2100" dirty="0"/>
              <a:t> </a:t>
            </a:r>
            <a:r>
              <a:rPr lang="en-US" sz="2100" dirty="0" err="1"/>
              <a:t>işler</a:t>
            </a:r>
            <a:r>
              <a:rPr lang="en-US" sz="2100" dirty="0"/>
              <a:t>,</a:t>
            </a:r>
          </a:p>
          <a:p>
            <a:r>
              <a:rPr lang="en-US" sz="2100" dirty="0" err="1"/>
              <a:t>Gerekirse</a:t>
            </a:r>
            <a:r>
              <a:rPr lang="en-US" sz="2100" dirty="0"/>
              <a:t> </a:t>
            </a:r>
            <a:r>
              <a:rPr lang="en-US" sz="2100" dirty="0" err="1"/>
              <a:t>tarayıcıya</a:t>
            </a:r>
            <a:r>
              <a:rPr lang="en-US" sz="2100" dirty="0"/>
              <a:t> “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nefes</a:t>
            </a:r>
            <a:r>
              <a:rPr lang="en-US" sz="2100" dirty="0"/>
              <a:t> al” der,</a:t>
            </a:r>
          </a:p>
          <a:p>
            <a:r>
              <a:rPr lang="en-US" sz="2100" dirty="0"/>
              <a:t>Sonra </a:t>
            </a:r>
            <a:r>
              <a:rPr lang="en-US" sz="2100" dirty="0" err="1"/>
              <a:t>kaldığı</a:t>
            </a:r>
            <a:r>
              <a:rPr lang="en-US" sz="2100" dirty="0"/>
              <a:t> </a:t>
            </a:r>
            <a:r>
              <a:rPr lang="en-US" sz="2100" dirty="0" err="1"/>
              <a:t>yerden</a:t>
            </a:r>
            <a:r>
              <a:rPr lang="en-US" sz="2100" dirty="0"/>
              <a:t> </a:t>
            </a:r>
            <a:r>
              <a:rPr lang="en-US" sz="2100" dirty="0" err="1"/>
              <a:t>devam</a:t>
            </a:r>
            <a:r>
              <a:rPr lang="en-US" sz="2100" dirty="0"/>
              <a:t> </a:t>
            </a:r>
            <a:r>
              <a:rPr lang="en-US" sz="2100" dirty="0" err="1"/>
              <a:t>eder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Sonuç</a:t>
            </a:r>
            <a:r>
              <a:rPr lang="en-US" sz="2100" dirty="0"/>
              <a:t>: </a:t>
            </a:r>
            <a:r>
              <a:rPr lang="en-US" sz="2100" dirty="0" err="1"/>
              <a:t>akıcı</a:t>
            </a:r>
            <a:r>
              <a:rPr lang="en-US" sz="2100" dirty="0"/>
              <a:t>, </a:t>
            </a:r>
            <a:r>
              <a:rPr lang="en-US" sz="2100" dirty="0" err="1"/>
              <a:t>hızlı</a:t>
            </a:r>
            <a:r>
              <a:rPr lang="en-US" sz="2100" dirty="0"/>
              <a:t>, </a:t>
            </a:r>
            <a:r>
              <a:rPr lang="en-US" sz="2100" dirty="0" err="1"/>
              <a:t>kesintisiz</a:t>
            </a:r>
            <a:r>
              <a:rPr lang="en-US" sz="2100" dirty="0"/>
              <a:t> render.</a:t>
            </a:r>
          </a:p>
          <a:p>
            <a:endParaRPr lang="en-US" sz="2100" dirty="0"/>
          </a:p>
        </p:txBody>
      </p:sp>
      <p:sp>
        <p:nvSpPr>
          <p:cNvPr id="5" name="Shape 267">
            <a:extLst>
              <a:ext uri="{FF2B5EF4-FFF2-40B4-BE49-F238E27FC236}">
                <a16:creationId xmlns:a16="http://schemas.microsoft.com/office/drawing/2014/main" id="{A3CE5854-D61A-E9ED-1ED3-C734AA56C0B3}"/>
              </a:ext>
            </a:extLst>
          </p:cNvPr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5A922-DB48-5BEA-8689-7FDC8AC2E3B8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7" name="Picture 6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FF6BAA57-5A6E-05CB-C136-8C62642C4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48" y="1752600"/>
            <a:ext cx="26289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1451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Virtual DOM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/>
              <a:t>Virtual DOM, </a:t>
            </a:r>
            <a:r>
              <a:rPr lang="en-US" sz="2100" dirty="0" err="1"/>
              <a:t>React’in</a:t>
            </a:r>
            <a:r>
              <a:rPr lang="en-US" sz="2100" dirty="0"/>
              <a:t> </a:t>
            </a:r>
            <a:r>
              <a:rPr lang="en-US" sz="2100" dirty="0" err="1"/>
              <a:t>hafızada</a:t>
            </a:r>
            <a:r>
              <a:rPr lang="en-US" sz="2100" dirty="0"/>
              <a:t> </a:t>
            </a:r>
            <a:r>
              <a:rPr lang="en-US" sz="2100" dirty="0" err="1"/>
              <a:t>tuttuğu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DOM </a:t>
            </a:r>
            <a:r>
              <a:rPr lang="en-US" sz="2100" dirty="0" err="1"/>
              <a:t>kopyasıdır</a:t>
            </a:r>
            <a:r>
              <a:rPr lang="en-US" sz="2100" dirty="0"/>
              <a:t>.</a:t>
            </a:r>
          </a:p>
          <a:p>
            <a:r>
              <a:rPr lang="en-US" sz="2100" dirty="0"/>
              <a:t>Bu, JavaScript </a:t>
            </a:r>
            <a:r>
              <a:rPr lang="en-US" sz="2100" dirty="0" err="1"/>
              <a:t>nesneleriyle</a:t>
            </a:r>
            <a:r>
              <a:rPr lang="en-US" sz="2100" dirty="0"/>
              <a:t> </a:t>
            </a:r>
            <a:r>
              <a:rPr lang="en-US" sz="2100" dirty="0" err="1"/>
              <a:t>temsil</a:t>
            </a:r>
            <a:r>
              <a:rPr lang="en-US" sz="2100" dirty="0"/>
              <a:t> </a:t>
            </a:r>
            <a:r>
              <a:rPr lang="en-US" sz="2100" dirty="0" err="1"/>
              <a:t>edilir</a:t>
            </a:r>
            <a:r>
              <a:rPr lang="en-US" sz="2100" dirty="0"/>
              <a:t> — </a:t>
            </a:r>
            <a:r>
              <a:rPr lang="en-US" sz="2100" dirty="0" err="1"/>
              <a:t>yani</a:t>
            </a:r>
            <a:r>
              <a:rPr lang="en-US" sz="2100" dirty="0"/>
              <a:t> </a:t>
            </a:r>
            <a:r>
              <a:rPr lang="en-US" sz="2100" dirty="0" err="1"/>
              <a:t>tarayıcıda</a:t>
            </a:r>
            <a:r>
              <a:rPr lang="en-US" sz="2100" dirty="0"/>
              <a:t> </a:t>
            </a:r>
            <a:r>
              <a:rPr lang="en-US" sz="2100" dirty="0" err="1"/>
              <a:t>değil</a:t>
            </a:r>
            <a:r>
              <a:rPr lang="en-US" sz="2100" dirty="0"/>
              <a:t>, </a:t>
            </a:r>
            <a:r>
              <a:rPr lang="en-US" sz="2100" dirty="0" err="1"/>
              <a:t>RAM’de</a:t>
            </a:r>
            <a:r>
              <a:rPr lang="en-US" sz="2100" dirty="0"/>
              <a:t>, </a:t>
            </a:r>
            <a:r>
              <a:rPr lang="en-US" sz="2100" dirty="0" err="1"/>
              <a:t>React’in</a:t>
            </a:r>
            <a:r>
              <a:rPr lang="en-US" sz="2100" dirty="0"/>
              <a:t> </a:t>
            </a:r>
            <a:r>
              <a:rPr lang="en-US" sz="2100" dirty="0" err="1"/>
              <a:t>kendi</a:t>
            </a:r>
            <a:r>
              <a:rPr lang="en-US" sz="2100" dirty="0"/>
              <a:t> </a:t>
            </a:r>
            <a:r>
              <a:rPr lang="en-US" sz="2100" dirty="0" err="1"/>
              <a:t>içinde</a:t>
            </a:r>
            <a:r>
              <a:rPr lang="en-US" sz="2100" dirty="0"/>
              <a:t> </a:t>
            </a:r>
            <a:r>
              <a:rPr lang="en-US" sz="2100" dirty="0" err="1"/>
              <a:t>yaşar</a:t>
            </a:r>
            <a:r>
              <a:rPr lang="en-US" sz="2100" dirty="0"/>
              <a:t>.</a:t>
            </a:r>
          </a:p>
          <a:p>
            <a:r>
              <a:rPr lang="en-US" sz="2100" dirty="0"/>
              <a:t>Bir </a:t>
            </a:r>
            <a:r>
              <a:rPr lang="en-US" sz="2100" dirty="0" err="1"/>
              <a:t>bileşen</a:t>
            </a:r>
            <a:r>
              <a:rPr lang="en-US" sz="2100" dirty="0"/>
              <a:t> render </a:t>
            </a:r>
            <a:r>
              <a:rPr lang="en-US" sz="2100" dirty="0" err="1"/>
              <a:t>edildiğinde</a:t>
            </a:r>
            <a:r>
              <a:rPr lang="en-US" sz="2100" dirty="0"/>
              <a:t>:</a:t>
            </a:r>
          </a:p>
          <a:p>
            <a:pPr lvl="1"/>
            <a:r>
              <a:rPr lang="en-US" sz="1700" dirty="0"/>
              <a:t>React </a:t>
            </a:r>
            <a:r>
              <a:rPr lang="en-US" sz="1700" dirty="0" err="1"/>
              <a:t>bir</a:t>
            </a:r>
            <a:r>
              <a:rPr lang="en-US" sz="1700" dirty="0"/>
              <a:t> Virtual DOM </a:t>
            </a:r>
            <a:r>
              <a:rPr lang="en-US" sz="1700" dirty="0" err="1"/>
              <a:t>ağacı</a:t>
            </a:r>
            <a:r>
              <a:rPr lang="en-US" sz="1700" dirty="0"/>
              <a:t> </a:t>
            </a:r>
            <a:r>
              <a:rPr lang="en-US" sz="1700" dirty="0" err="1"/>
              <a:t>oluşturur</a:t>
            </a:r>
            <a:r>
              <a:rPr lang="en-US" sz="1700" dirty="0"/>
              <a:t>.</a:t>
            </a:r>
          </a:p>
          <a:p>
            <a:pPr lvl="1"/>
            <a:r>
              <a:rPr lang="en-US" sz="1700" dirty="0"/>
              <a:t>Bu, “</a:t>
            </a:r>
            <a:r>
              <a:rPr lang="en-US" sz="1700" dirty="0" err="1"/>
              <a:t>ekranda</a:t>
            </a:r>
            <a:r>
              <a:rPr lang="en-US" sz="1700" dirty="0"/>
              <a:t> ne </a:t>
            </a:r>
            <a:r>
              <a:rPr lang="en-US" sz="1700" dirty="0" err="1"/>
              <a:t>olması</a:t>
            </a:r>
            <a:r>
              <a:rPr lang="en-US" sz="1700" dirty="0"/>
              <a:t> </a:t>
            </a:r>
            <a:r>
              <a:rPr lang="en-US" sz="1700" dirty="0" err="1"/>
              <a:t>gerektiğini</a:t>
            </a:r>
            <a:r>
              <a:rPr lang="en-US" sz="1700" dirty="0"/>
              <a:t>” </a:t>
            </a:r>
            <a:r>
              <a:rPr lang="en-US" sz="1700" dirty="0" err="1"/>
              <a:t>tarif</a:t>
            </a:r>
            <a:r>
              <a:rPr lang="en-US" sz="1700" dirty="0"/>
              <a:t> </a:t>
            </a:r>
            <a:r>
              <a:rPr lang="en-US" sz="1700" dirty="0" err="1"/>
              <a:t>eder</a:t>
            </a:r>
            <a:r>
              <a:rPr lang="en-US" sz="1700" dirty="0"/>
              <a:t>.</a:t>
            </a:r>
          </a:p>
          <a:p>
            <a:pPr lvl="1"/>
            <a:r>
              <a:rPr lang="en-US" sz="1700" dirty="0" err="1"/>
              <a:t>Tarayıcıya</a:t>
            </a:r>
            <a:r>
              <a:rPr lang="en-US" sz="1700" dirty="0"/>
              <a:t> </a:t>
            </a:r>
            <a:r>
              <a:rPr lang="en-US" sz="1700" dirty="0" err="1"/>
              <a:t>dokunmadan</a:t>
            </a:r>
            <a:r>
              <a:rPr lang="en-US" sz="1700" dirty="0"/>
              <a:t> </a:t>
            </a:r>
            <a:r>
              <a:rPr lang="en-US" sz="1700" dirty="0" err="1"/>
              <a:t>önce</a:t>
            </a:r>
            <a:r>
              <a:rPr lang="en-US" sz="1700" dirty="0"/>
              <a:t> </a:t>
            </a:r>
            <a:r>
              <a:rPr lang="en-US" sz="1700" dirty="0" err="1"/>
              <a:t>tüm</a:t>
            </a:r>
            <a:r>
              <a:rPr lang="en-US" sz="1700" dirty="0"/>
              <a:t> </a:t>
            </a:r>
            <a:r>
              <a:rPr lang="en-US" sz="1700" dirty="0" err="1"/>
              <a:t>hesaplamalar</a:t>
            </a:r>
            <a:r>
              <a:rPr lang="en-US" sz="1700" dirty="0"/>
              <a:t> </a:t>
            </a:r>
            <a:r>
              <a:rPr lang="en-US" sz="1700" dirty="0" err="1"/>
              <a:t>burada</a:t>
            </a:r>
            <a:r>
              <a:rPr lang="en-US" sz="1700" dirty="0"/>
              <a:t> </a:t>
            </a:r>
            <a:r>
              <a:rPr lang="en-US" sz="1700" dirty="0" err="1"/>
              <a:t>yapılır</a:t>
            </a:r>
            <a:r>
              <a:rPr lang="en-US" sz="1700" dirty="0"/>
              <a:t>.</a:t>
            </a:r>
            <a:endParaRPr lang="en-US" sz="2100" dirty="0"/>
          </a:p>
          <a:p>
            <a:r>
              <a:rPr lang="en-US" sz="2100" dirty="0"/>
              <a:t>Yani </a:t>
            </a:r>
            <a:r>
              <a:rPr lang="en-US" sz="2100" dirty="0" err="1"/>
              <a:t>sanal</a:t>
            </a:r>
            <a:r>
              <a:rPr lang="en-US" sz="2100" dirty="0"/>
              <a:t> DOM </a:t>
            </a:r>
            <a:r>
              <a:rPr lang="en-US" sz="2100" dirty="0" err="1"/>
              <a:t>gerçek</a:t>
            </a:r>
            <a:r>
              <a:rPr lang="en-US" sz="2100" dirty="0"/>
              <a:t> </a:t>
            </a:r>
            <a:r>
              <a:rPr lang="en-US" sz="2100" dirty="0" err="1"/>
              <a:t>DOM’un</a:t>
            </a:r>
            <a:r>
              <a:rPr lang="en-US" sz="2100" dirty="0"/>
              <a:t> </a:t>
            </a:r>
            <a:r>
              <a:rPr lang="en-US" sz="2100" dirty="0" err="1"/>
              <a:t>temsilidir</a:t>
            </a:r>
            <a:r>
              <a:rPr lang="en-US" sz="2100" dirty="0"/>
              <a:t>, ama </a:t>
            </a:r>
            <a:r>
              <a:rPr lang="en-US" sz="2100" dirty="0" err="1"/>
              <a:t>tarayıcıya</a:t>
            </a:r>
            <a:r>
              <a:rPr lang="en-US" sz="2100" dirty="0"/>
              <a:t> </a:t>
            </a:r>
            <a:r>
              <a:rPr lang="en-US" sz="2100" dirty="0" err="1"/>
              <a:t>yazılmamış</a:t>
            </a:r>
            <a:r>
              <a:rPr lang="en-US" sz="2100" dirty="0"/>
              <a:t> </a:t>
            </a:r>
            <a:r>
              <a:rPr lang="en-US" sz="2100" dirty="0" err="1"/>
              <a:t>halidir</a:t>
            </a:r>
            <a:r>
              <a:rPr lang="en-US" sz="2100" dirty="0"/>
              <a:t>.</a:t>
            </a:r>
          </a:p>
          <a:p>
            <a:r>
              <a:rPr lang="en-US" sz="2100" dirty="0"/>
              <a:t>Virtual DOM:</a:t>
            </a:r>
          </a:p>
          <a:p>
            <a:pPr lvl="1"/>
            <a:r>
              <a:rPr lang="en-US" sz="1700" dirty="0" err="1"/>
              <a:t>Tarayıcıda</a:t>
            </a:r>
            <a:r>
              <a:rPr lang="en-US" sz="1700" dirty="0"/>
              <a:t> ama </a:t>
            </a:r>
            <a:r>
              <a:rPr lang="en-US" sz="1700" dirty="0" err="1"/>
              <a:t>tarayıcının</a:t>
            </a:r>
            <a:r>
              <a:rPr lang="en-US" sz="1700" dirty="0"/>
              <a:t> </a:t>
            </a:r>
            <a:r>
              <a:rPr lang="en-US" sz="1700" dirty="0" err="1"/>
              <a:t>çekirdeğinde</a:t>
            </a:r>
            <a:r>
              <a:rPr lang="en-US" sz="1700" dirty="0"/>
              <a:t> </a:t>
            </a:r>
            <a:r>
              <a:rPr lang="en-US" sz="1700" dirty="0" err="1"/>
              <a:t>değil</a:t>
            </a:r>
            <a:r>
              <a:rPr lang="en-US" sz="1700" dirty="0"/>
              <a:t>,</a:t>
            </a:r>
          </a:p>
          <a:p>
            <a:pPr lvl="1"/>
            <a:r>
              <a:rPr lang="en-US" sz="1700" dirty="0" err="1"/>
              <a:t>React’in</a:t>
            </a:r>
            <a:r>
              <a:rPr lang="en-US" sz="1700" dirty="0"/>
              <a:t> </a:t>
            </a:r>
            <a:r>
              <a:rPr lang="en-US" sz="1700" dirty="0" err="1"/>
              <a:t>hafızasında</a:t>
            </a:r>
            <a:r>
              <a:rPr lang="en-US" sz="1700" dirty="0"/>
              <a:t> (JavaScript runtime </a:t>
            </a:r>
            <a:r>
              <a:rPr lang="en-US" sz="1700" dirty="0" err="1"/>
              <a:t>içinde</a:t>
            </a:r>
            <a:r>
              <a:rPr lang="en-US" sz="1700" dirty="0"/>
              <a:t>) </a:t>
            </a:r>
            <a:r>
              <a:rPr lang="en-US" sz="1700" dirty="0" err="1"/>
              <a:t>bulunur</a:t>
            </a:r>
            <a:r>
              <a:rPr lang="en-US" sz="1700" dirty="0"/>
              <a:t>.</a:t>
            </a:r>
          </a:p>
          <a:p>
            <a:endParaRPr lang="en-US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14049392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3F95-27F2-897A-419F-61080DB58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F81983-D8FB-EE6B-2E33-F7F7BDBFA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Virtual DOM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62CB9FF-869A-D54E-ABC3-5561F6B92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b="1" dirty="0"/>
              <a:t>Render </a:t>
            </a:r>
            <a:r>
              <a:rPr lang="en-US" sz="2100" b="1" dirty="0" err="1"/>
              <a:t>aşaması</a:t>
            </a:r>
            <a:r>
              <a:rPr lang="en-US" sz="2100" b="1" dirty="0"/>
              <a:t>:</a:t>
            </a:r>
          </a:p>
          <a:p>
            <a:pPr lvl="1"/>
            <a:r>
              <a:rPr lang="en-US" sz="1700" dirty="0"/>
              <a:t>React </a:t>
            </a:r>
            <a:r>
              <a:rPr lang="en-US" sz="1700" dirty="0" err="1"/>
              <a:t>bileşenleri</a:t>
            </a:r>
            <a:r>
              <a:rPr lang="en-US" sz="1700" dirty="0"/>
              <a:t> </a:t>
            </a:r>
            <a:r>
              <a:rPr lang="en-US" sz="1700" dirty="0" err="1"/>
              <a:t>çalıştırır</a:t>
            </a:r>
            <a:r>
              <a:rPr lang="en-US" sz="1700" dirty="0"/>
              <a:t>, yeni </a:t>
            </a:r>
            <a:r>
              <a:rPr lang="en-US" sz="1700" dirty="0" err="1"/>
              <a:t>bir</a:t>
            </a:r>
            <a:r>
              <a:rPr lang="en-US" sz="1700" dirty="0"/>
              <a:t> Virtual DOM </a:t>
            </a:r>
            <a:r>
              <a:rPr lang="en-US" sz="1700" dirty="0" err="1"/>
              <a:t>ağacı</a:t>
            </a:r>
            <a:r>
              <a:rPr lang="en-US" sz="1700" dirty="0"/>
              <a:t> </a:t>
            </a:r>
            <a:r>
              <a:rPr lang="en-US" sz="1700" dirty="0" err="1"/>
              <a:t>oluşturur</a:t>
            </a:r>
            <a:r>
              <a:rPr lang="en-US" sz="1700" dirty="0"/>
              <a:t>.</a:t>
            </a:r>
          </a:p>
          <a:p>
            <a:r>
              <a:rPr lang="en-US" sz="2100" b="1" dirty="0"/>
              <a:t>Diffing </a:t>
            </a:r>
            <a:r>
              <a:rPr lang="en-US" sz="2100" b="1" dirty="0" err="1"/>
              <a:t>aşaması</a:t>
            </a:r>
            <a:r>
              <a:rPr lang="en-US" sz="2100" b="1" dirty="0"/>
              <a:t>:</a:t>
            </a:r>
          </a:p>
          <a:p>
            <a:pPr lvl="1"/>
            <a:r>
              <a:rPr lang="en-US" sz="1700" dirty="0"/>
              <a:t>Yeni Virtual DOM </a:t>
            </a:r>
            <a:r>
              <a:rPr lang="en-US" sz="1700" dirty="0" err="1"/>
              <a:t>ile</a:t>
            </a:r>
            <a:r>
              <a:rPr lang="en-US" sz="1700" dirty="0"/>
              <a:t> </a:t>
            </a:r>
            <a:r>
              <a:rPr lang="en-US" sz="1700" dirty="0" err="1"/>
              <a:t>eski</a:t>
            </a:r>
            <a:r>
              <a:rPr lang="en-US" sz="1700" dirty="0"/>
              <a:t> Virtual DOM </a:t>
            </a:r>
            <a:r>
              <a:rPr lang="en-US" sz="1700" dirty="0" err="1"/>
              <a:t>karşılaştırılır</a:t>
            </a:r>
            <a:r>
              <a:rPr lang="en-US" sz="1700" dirty="0"/>
              <a:t>.</a:t>
            </a:r>
          </a:p>
          <a:p>
            <a:pPr lvl="1"/>
            <a:r>
              <a:rPr lang="en-US" sz="1700" dirty="0" err="1"/>
              <a:t>Farklı</a:t>
            </a:r>
            <a:r>
              <a:rPr lang="en-US" sz="1700" dirty="0"/>
              <a:t> </a:t>
            </a:r>
            <a:r>
              <a:rPr lang="en-US" sz="1700" dirty="0" err="1"/>
              <a:t>olan</a:t>
            </a:r>
            <a:r>
              <a:rPr lang="en-US" sz="1700" dirty="0"/>
              <a:t> </a:t>
            </a:r>
            <a:r>
              <a:rPr lang="en-US" sz="1700" dirty="0" err="1"/>
              <a:t>düğümler</a:t>
            </a:r>
            <a:r>
              <a:rPr lang="en-US" sz="1700" dirty="0"/>
              <a:t> </a:t>
            </a:r>
            <a:r>
              <a:rPr lang="en-US" sz="1700" dirty="0" err="1"/>
              <a:t>bulunur</a:t>
            </a:r>
            <a:r>
              <a:rPr lang="en-US" sz="1700" dirty="0"/>
              <a:t>.</a:t>
            </a:r>
          </a:p>
          <a:p>
            <a:r>
              <a:rPr lang="en-US" sz="2100" b="1" dirty="0"/>
              <a:t>Commit </a:t>
            </a:r>
            <a:r>
              <a:rPr lang="en-US" sz="2100" b="1" dirty="0" err="1"/>
              <a:t>aşaması</a:t>
            </a:r>
            <a:r>
              <a:rPr lang="en-US" sz="2100" b="1" dirty="0"/>
              <a:t>:</a:t>
            </a:r>
          </a:p>
          <a:p>
            <a:pPr lvl="1"/>
            <a:r>
              <a:rPr lang="en-US" sz="1700" dirty="0" err="1"/>
              <a:t>Sadece</a:t>
            </a:r>
            <a:r>
              <a:rPr lang="en-US" sz="1700" dirty="0"/>
              <a:t> </a:t>
            </a:r>
            <a:r>
              <a:rPr lang="en-US" sz="1700" dirty="0" err="1"/>
              <a:t>değişen</a:t>
            </a:r>
            <a:r>
              <a:rPr lang="en-US" sz="1700" dirty="0"/>
              <a:t> </a:t>
            </a:r>
            <a:r>
              <a:rPr lang="en-US" sz="1700" dirty="0" err="1"/>
              <a:t>düğümler</a:t>
            </a:r>
            <a:r>
              <a:rPr lang="en-US" sz="1700" dirty="0"/>
              <a:t> </a:t>
            </a:r>
            <a:r>
              <a:rPr lang="en-US" sz="1700" dirty="0" err="1"/>
              <a:t>gerçek</a:t>
            </a:r>
            <a:r>
              <a:rPr lang="en-US" sz="1700" dirty="0"/>
              <a:t> </a:t>
            </a:r>
            <a:r>
              <a:rPr lang="en-US" sz="1700" dirty="0" err="1"/>
              <a:t>DOM’a</a:t>
            </a:r>
            <a:r>
              <a:rPr lang="en-US" sz="1700" dirty="0"/>
              <a:t> </a:t>
            </a:r>
            <a:r>
              <a:rPr lang="en-US" sz="1700" dirty="0" err="1"/>
              <a:t>yazılır</a:t>
            </a:r>
            <a:r>
              <a:rPr lang="en-US" sz="1700" dirty="0"/>
              <a:t>.</a:t>
            </a:r>
          </a:p>
          <a:p>
            <a:pPr lvl="1"/>
            <a:r>
              <a:rPr lang="en-US" sz="1700" dirty="0" err="1"/>
              <a:t>Böylece</a:t>
            </a:r>
            <a:r>
              <a:rPr lang="en-US" sz="1700" dirty="0"/>
              <a:t> </a:t>
            </a:r>
            <a:r>
              <a:rPr lang="en-US" sz="1700" dirty="0" err="1"/>
              <a:t>tarayıcı</a:t>
            </a:r>
            <a:r>
              <a:rPr lang="en-US" sz="1700" dirty="0"/>
              <a:t> minimum </a:t>
            </a:r>
            <a:r>
              <a:rPr lang="en-US" sz="1700" dirty="0" err="1"/>
              <a:t>iş</a:t>
            </a:r>
            <a:r>
              <a:rPr lang="en-US" sz="1700" dirty="0"/>
              <a:t> </a:t>
            </a:r>
            <a:r>
              <a:rPr lang="en-US" sz="1700" dirty="0" err="1"/>
              <a:t>yapar</a:t>
            </a:r>
            <a:r>
              <a:rPr lang="en-US" sz="1700" dirty="0"/>
              <a:t>.</a:t>
            </a:r>
          </a:p>
          <a:p>
            <a:pPr lvl="1"/>
            <a:endParaRPr lang="en-US" sz="1700" dirty="0"/>
          </a:p>
          <a:p>
            <a:pPr lvl="1"/>
            <a:endParaRPr lang="en-US" sz="1700" dirty="0"/>
          </a:p>
          <a:p>
            <a:pPr marL="457200" lvl="1" indent="0">
              <a:buNone/>
            </a:pPr>
            <a:endParaRPr lang="en-US" sz="1700" dirty="0"/>
          </a:p>
          <a:p>
            <a:pPr lvl="1"/>
            <a:r>
              <a:rPr lang="en-US" sz="1700" dirty="0"/>
              <a:t>İlk render: Virtual DOM = &lt;h1&gt;0&lt;/h1&gt;</a:t>
            </a:r>
          </a:p>
          <a:p>
            <a:pPr lvl="1"/>
            <a:r>
              <a:rPr lang="en-US" sz="1700" dirty="0" err="1"/>
              <a:t>Butona</a:t>
            </a:r>
            <a:r>
              <a:rPr lang="en-US" sz="1700" dirty="0"/>
              <a:t> </a:t>
            </a:r>
            <a:r>
              <a:rPr lang="en-US" sz="1700" dirty="0" err="1"/>
              <a:t>basınca</a:t>
            </a:r>
            <a:r>
              <a:rPr lang="en-US" sz="1700" dirty="0"/>
              <a:t>: Virtual DOM = &lt;h1&gt;1&lt;/h1&gt;</a:t>
            </a:r>
          </a:p>
          <a:p>
            <a:pPr lvl="1"/>
            <a:r>
              <a:rPr lang="en-US" sz="1700" dirty="0"/>
              <a:t>React </a:t>
            </a:r>
            <a:r>
              <a:rPr lang="en-US" sz="1700" dirty="0" err="1"/>
              <a:t>karşılaştırır</a:t>
            </a:r>
            <a:r>
              <a:rPr lang="en-US" sz="1700" dirty="0"/>
              <a:t>: </a:t>
            </a:r>
            <a:r>
              <a:rPr lang="en-US" sz="1700" dirty="0" err="1"/>
              <a:t>sadece</a:t>
            </a:r>
            <a:r>
              <a:rPr lang="en-US" sz="1700" dirty="0"/>
              <a:t> “text node” </a:t>
            </a:r>
            <a:r>
              <a:rPr lang="en-US" sz="1700" dirty="0" err="1"/>
              <a:t>değişmiş</a:t>
            </a:r>
            <a:r>
              <a:rPr lang="en-US" sz="1700" dirty="0"/>
              <a:t>.</a:t>
            </a:r>
          </a:p>
          <a:p>
            <a:pPr lvl="1"/>
            <a:r>
              <a:rPr lang="en-US" sz="1700" dirty="0"/>
              <a:t>→ </a:t>
            </a:r>
            <a:r>
              <a:rPr lang="en-US" sz="1700" dirty="0" err="1"/>
              <a:t>Gerçek</a:t>
            </a:r>
            <a:r>
              <a:rPr lang="en-US" sz="1700" dirty="0"/>
              <a:t> </a:t>
            </a:r>
            <a:r>
              <a:rPr lang="en-US" sz="1700" dirty="0" err="1"/>
              <a:t>DOM’da</a:t>
            </a:r>
            <a:r>
              <a:rPr lang="en-US" sz="1700" dirty="0"/>
              <a:t> </a:t>
            </a:r>
            <a:r>
              <a:rPr lang="en-US" sz="1700" dirty="0" err="1"/>
              <a:t>sadece</a:t>
            </a:r>
            <a:r>
              <a:rPr lang="en-US" sz="1700" dirty="0"/>
              <a:t> o </a:t>
            </a:r>
            <a:r>
              <a:rPr lang="en-US" sz="1700" dirty="0" err="1"/>
              <a:t>kısım</a:t>
            </a:r>
            <a:r>
              <a:rPr lang="en-US" sz="1700" dirty="0"/>
              <a:t> </a:t>
            </a:r>
            <a:r>
              <a:rPr lang="en-US" sz="1700" dirty="0" err="1"/>
              <a:t>güncellenir</a:t>
            </a:r>
            <a:r>
              <a:rPr lang="en-US" sz="1700" dirty="0"/>
              <a:t>.</a:t>
            </a:r>
          </a:p>
          <a:p>
            <a:pPr lvl="1"/>
            <a:endParaRPr lang="en-US" sz="1700" dirty="0"/>
          </a:p>
          <a:p>
            <a:endParaRPr lang="en-US" sz="2100" dirty="0"/>
          </a:p>
        </p:txBody>
      </p:sp>
      <p:sp>
        <p:nvSpPr>
          <p:cNvPr id="5" name="Shape 267">
            <a:extLst>
              <a:ext uri="{FF2B5EF4-FFF2-40B4-BE49-F238E27FC236}">
                <a16:creationId xmlns:a16="http://schemas.microsoft.com/office/drawing/2014/main" id="{FB97FE62-8E6F-B01A-48EF-2A664E945DA3}"/>
              </a:ext>
            </a:extLst>
          </p:cNvPr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249AE6-789C-38FF-15B3-8E3FF1038E50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7" name="Picture 6" descr="A black text with purple letters&#10;&#10;AI-generated content may be incorrect.">
            <a:extLst>
              <a:ext uri="{FF2B5EF4-FFF2-40B4-BE49-F238E27FC236}">
                <a16:creationId xmlns:a16="http://schemas.microsoft.com/office/drawing/2014/main" id="{20D07F7B-AB32-B590-30AE-408AF7727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051300"/>
            <a:ext cx="41148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462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E650D-1075-384E-70FB-BC257465B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94A8F86-C47C-3BDC-758A-698D8720F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Virtual DOM</a:t>
            </a:r>
          </a:p>
        </p:txBody>
      </p:sp>
      <p:pic>
        <p:nvPicPr>
          <p:cNvPr id="8" name="Content Placeholder 7" descr="A screenshot of a phone&#10;&#10;AI-generated content may be incorrect.">
            <a:extLst>
              <a:ext uri="{FF2B5EF4-FFF2-40B4-BE49-F238E27FC236}">
                <a16:creationId xmlns:a16="http://schemas.microsoft.com/office/drawing/2014/main" id="{57B261E9-846E-1FA0-22C9-CC4ECA9E02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6358" y="1330458"/>
            <a:ext cx="8839200" cy="2290005"/>
          </a:xfrm>
        </p:spPr>
      </p:pic>
      <p:sp>
        <p:nvSpPr>
          <p:cNvPr id="5" name="Shape 267">
            <a:extLst>
              <a:ext uri="{FF2B5EF4-FFF2-40B4-BE49-F238E27FC236}">
                <a16:creationId xmlns:a16="http://schemas.microsoft.com/office/drawing/2014/main" id="{D58F0A4C-5219-EEA1-7676-DE58213574A4}"/>
              </a:ext>
            </a:extLst>
          </p:cNvPr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41EC96-902C-3FF8-40E6-A8BB2F4AA4F5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D8FC37-AD2E-7E32-0890-4E191892AD19}"/>
              </a:ext>
            </a:extLst>
          </p:cNvPr>
          <p:cNvSpPr txBox="1"/>
          <p:nvPr/>
        </p:nvSpPr>
        <p:spPr>
          <a:xfrm>
            <a:off x="280737" y="5248360"/>
            <a:ext cx="369794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Virtual DOM, “</a:t>
            </a:r>
            <a:r>
              <a:rPr lang="en-US" sz="1400" dirty="0" err="1"/>
              <a:t>gölgede</a:t>
            </a:r>
            <a:r>
              <a:rPr lang="en-US" sz="1400" dirty="0"/>
              <a:t> </a:t>
            </a:r>
            <a:r>
              <a:rPr lang="en-US" sz="1400" dirty="0" err="1"/>
              <a:t>çalışan</a:t>
            </a:r>
            <a:r>
              <a:rPr lang="en-US" sz="1400" dirty="0"/>
              <a:t> </a:t>
            </a:r>
            <a:r>
              <a:rPr lang="en-US" sz="1400" dirty="0" err="1"/>
              <a:t>ikinci</a:t>
            </a:r>
            <a:r>
              <a:rPr lang="en-US" sz="1400" dirty="0"/>
              <a:t> </a:t>
            </a:r>
            <a:r>
              <a:rPr lang="en-US" sz="1400" dirty="0" err="1"/>
              <a:t>bir</a:t>
            </a:r>
            <a:r>
              <a:rPr lang="en-US" sz="1400" dirty="0"/>
              <a:t> </a:t>
            </a:r>
            <a:r>
              <a:rPr lang="en-US" sz="1400" dirty="0" err="1"/>
              <a:t>dünya</a:t>
            </a:r>
            <a:r>
              <a:rPr lang="en-US" sz="1400" dirty="0"/>
              <a:t>” </a:t>
            </a:r>
            <a:r>
              <a:rPr lang="en-US" sz="1400" dirty="0" err="1"/>
              <a:t>gibidir</a:t>
            </a:r>
            <a:r>
              <a:rPr lang="en-US" sz="1400" dirty="0"/>
              <a:t>:</a:t>
            </a:r>
          </a:p>
          <a:p>
            <a:r>
              <a:rPr lang="en-US" sz="1400" dirty="0" err="1"/>
              <a:t>Tarayıcıya</a:t>
            </a:r>
            <a:r>
              <a:rPr lang="en-US" sz="1400" dirty="0"/>
              <a:t> </a:t>
            </a:r>
            <a:r>
              <a:rPr lang="en-US" sz="1400" dirty="0" err="1"/>
              <a:t>gitmeden</a:t>
            </a:r>
            <a:r>
              <a:rPr lang="en-US" sz="1400" dirty="0"/>
              <a:t> </a:t>
            </a:r>
            <a:r>
              <a:rPr lang="en-US" sz="1400" dirty="0" err="1"/>
              <a:t>önce</a:t>
            </a:r>
            <a:r>
              <a:rPr lang="en-US" sz="1400" dirty="0"/>
              <a:t> </a:t>
            </a:r>
            <a:r>
              <a:rPr lang="en-US" sz="1400" dirty="0" err="1"/>
              <a:t>tüm</a:t>
            </a:r>
            <a:r>
              <a:rPr lang="en-US" sz="1400" dirty="0"/>
              <a:t> </a:t>
            </a:r>
            <a:r>
              <a:rPr lang="en-US" sz="1400" dirty="0" err="1"/>
              <a:t>kararlar</a:t>
            </a:r>
            <a:r>
              <a:rPr lang="en-US" sz="1400" dirty="0"/>
              <a:t> </a:t>
            </a:r>
            <a:r>
              <a:rPr lang="en-US" sz="1400" dirty="0" err="1"/>
              <a:t>burada</a:t>
            </a:r>
            <a:r>
              <a:rPr lang="en-US" sz="1400" dirty="0"/>
              <a:t> </a:t>
            </a:r>
            <a:r>
              <a:rPr lang="en-US" sz="1400" dirty="0" err="1"/>
              <a:t>alınır</a:t>
            </a:r>
            <a:r>
              <a:rPr lang="en-US" sz="14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1E37A0-C700-D4AA-DE0B-B3D61B353FA4}"/>
              </a:ext>
            </a:extLst>
          </p:cNvPr>
          <p:cNvSpPr txBox="1"/>
          <p:nvPr/>
        </p:nvSpPr>
        <p:spPr>
          <a:xfrm>
            <a:off x="4191000" y="5264402"/>
            <a:ext cx="3697944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Virtual DOM “</a:t>
            </a:r>
            <a:r>
              <a:rPr lang="en-US" sz="1400" dirty="0" err="1"/>
              <a:t>neyin</a:t>
            </a:r>
            <a:r>
              <a:rPr lang="en-US" sz="1400" dirty="0"/>
              <a:t> </a:t>
            </a:r>
            <a:r>
              <a:rPr lang="en-US" sz="1400" dirty="0" err="1"/>
              <a:t>değiştiğini</a:t>
            </a:r>
            <a:r>
              <a:rPr lang="en-US" sz="1400" dirty="0"/>
              <a:t>” </a:t>
            </a:r>
            <a:r>
              <a:rPr lang="en-US" sz="1400" dirty="0" err="1"/>
              <a:t>bulur</a:t>
            </a:r>
            <a:r>
              <a:rPr lang="en-US" sz="1400" dirty="0"/>
              <a:t>,</a:t>
            </a:r>
          </a:p>
          <a:p>
            <a:r>
              <a:rPr lang="en-US" sz="1400" dirty="0"/>
              <a:t>Fiber “</a:t>
            </a:r>
            <a:r>
              <a:rPr lang="en-US" sz="1400" dirty="0" err="1"/>
              <a:t>bu</a:t>
            </a:r>
            <a:r>
              <a:rPr lang="en-US" sz="1400" dirty="0"/>
              <a:t> </a:t>
            </a:r>
            <a:r>
              <a:rPr lang="en-US" sz="1400" dirty="0" err="1"/>
              <a:t>değişiklikleri</a:t>
            </a:r>
            <a:r>
              <a:rPr lang="en-US" sz="1400" dirty="0"/>
              <a:t> ne zaman </a:t>
            </a:r>
            <a:r>
              <a:rPr lang="en-US" sz="1400" dirty="0" err="1"/>
              <a:t>ve</a:t>
            </a:r>
            <a:r>
              <a:rPr lang="en-US" sz="1400" dirty="0"/>
              <a:t> hangi </a:t>
            </a:r>
            <a:r>
              <a:rPr lang="en-US" sz="1400" dirty="0" err="1"/>
              <a:t>sırayla</a:t>
            </a:r>
            <a:r>
              <a:rPr lang="en-US" sz="1400" dirty="0"/>
              <a:t>” </a:t>
            </a:r>
            <a:r>
              <a:rPr lang="en-US" sz="1400" dirty="0" err="1"/>
              <a:t>uygulayacağını</a:t>
            </a:r>
            <a:r>
              <a:rPr lang="en-US" sz="1400" dirty="0"/>
              <a:t> </a:t>
            </a:r>
            <a:r>
              <a:rPr lang="en-US" sz="1400" dirty="0" err="1"/>
              <a:t>yönetir</a:t>
            </a:r>
            <a:r>
              <a:rPr lang="en-US" sz="1400" dirty="0"/>
              <a:t>.</a:t>
            </a:r>
          </a:p>
        </p:txBody>
      </p:sp>
      <p:pic>
        <p:nvPicPr>
          <p:cNvPr id="12" name="Picture 11" descr="A close up of a text&#10;&#10;AI-generated content may be incorrect.">
            <a:extLst>
              <a:ext uri="{FF2B5EF4-FFF2-40B4-BE49-F238E27FC236}">
                <a16:creationId xmlns:a16="http://schemas.microsoft.com/office/drawing/2014/main" id="{836146C3-8968-CD1D-0CDA-A0EA3D6DB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392" y="3781499"/>
            <a:ext cx="8572608" cy="124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4344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B0344-8669-1A57-927B-ABC1E12CF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D633787-3311-3980-844A-CE331C84D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Virtual DOM ve Fiber İlişkisi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7E143AC-A407-F280-F3BC-19734DF67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000" dirty="0"/>
              <a:t>1. </a:t>
            </a:r>
            <a:r>
              <a:rPr lang="en-US" sz="2000" dirty="0" err="1"/>
              <a:t>Bileşen</a:t>
            </a:r>
            <a:r>
              <a:rPr lang="en-US" sz="2000" dirty="0"/>
              <a:t> </a:t>
            </a:r>
            <a:r>
              <a:rPr lang="en-US" sz="2000" dirty="0" err="1"/>
              <a:t>çalışır</a:t>
            </a:r>
            <a:r>
              <a:rPr lang="en-US" sz="2000" dirty="0"/>
              <a:t> → Virtual DOM </a:t>
            </a:r>
            <a:r>
              <a:rPr lang="en-US" sz="2000" dirty="0" err="1"/>
              <a:t>oluşturulur</a:t>
            </a:r>
            <a:r>
              <a:rPr lang="en-US" sz="2000" dirty="0"/>
              <a:t>.</a:t>
            </a:r>
          </a:p>
          <a:p>
            <a:pPr lvl="1"/>
            <a:r>
              <a:rPr lang="en-US" dirty="0"/>
              <a:t>React, her </a:t>
            </a:r>
            <a:r>
              <a:rPr lang="en-US" dirty="0" err="1"/>
              <a:t>bileşeni</a:t>
            </a:r>
            <a:r>
              <a:rPr lang="en-US" dirty="0"/>
              <a:t> </a:t>
            </a:r>
            <a:r>
              <a:rPr lang="en-US" dirty="0" err="1"/>
              <a:t>çalıştırarak</a:t>
            </a:r>
            <a:r>
              <a:rPr lang="en-US" dirty="0"/>
              <a:t> yeni </a:t>
            </a:r>
            <a:r>
              <a:rPr lang="en-US" dirty="0" err="1"/>
              <a:t>bir</a:t>
            </a:r>
            <a:r>
              <a:rPr lang="en-US" dirty="0"/>
              <a:t> “virtual DOM </a:t>
            </a:r>
            <a:r>
              <a:rPr lang="en-US" dirty="0" err="1"/>
              <a:t>ağacı</a:t>
            </a:r>
            <a:r>
              <a:rPr lang="en-US" dirty="0"/>
              <a:t>” </a:t>
            </a:r>
            <a:r>
              <a:rPr lang="en-US" dirty="0" err="1"/>
              <a:t>çıkarır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Bu, “</a:t>
            </a:r>
            <a:r>
              <a:rPr lang="en-US" dirty="0" err="1"/>
              <a:t>ekranda</a:t>
            </a:r>
            <a:r>
              <a:rPr lang="en-US" dirty="0"/>
              <a:t> ne </a:t>
            </a:r>
            <a:r>
              <a:rPr lang="en-US" dirty="0" err="1"/>
              <a:t>görünmeli</a:t>
            </a:r>
            <a:r>
              <a:rPr lang="en-US" dirty="0"/>
              <a:t>?” </a:t>
            </a:r>
            <a:r>
              <a:rPr lang="en-US" dirty="0" err="1"/>
              <a:t>sorusunun</a:t>
            </a:r>
            <a:r>
              <a:rPr lang="en-US" dirty="0"/>
              <a:t> </a:t>
            </a:r>
            <a:r>
              <a:rPr lang="en-US" dirty="0" err="1"/>
              <a:t>cevabıdır</a:t>
            </a:r>
            <a:r>
              <a:rPr lang="en-US" dirty="0"/>
              <a:t>.</a:t>
            </a:r>
          </a:p>
          <a:p>
            <a:r>
              <a:rPr lang="en-US" sz="2000" dirty="0"/>
              <a:t>2. Fiber </a:t>
            </a:r>
            <a:r>
              <a:rPr lang="en-US" sz="2000" dirty="0" err="1"/>
              <a:t>yapısı</a:t>
            </a:r>
            <a:r>
              <a:rPr lang="en-US" sz="2000" dirty="0"/>
              <a:t> → Bu </a:t>
            </a:r>
            <a:r>
              <a:rPr lang="en-US" sz="2000" dirty="0" err="1"/>
              <a:t>ağacı</a:t>
            </a:r>
            <a:r>
              <a:rPr lang="en-US" sz="2000" dirty="0"/>
              <a:t> </a:t>
            </a:r>
            <a:r>
              <a:rPr lang="en-US" sz="2000" dirty="0" err="1"/>
              <a:t>yönetir</a:t>
            </a:r>
            <a:r>
              <a:rPr lang="en-US" sz="2000" dirty="0"/>
              <a:t>.</a:t>
            </a:r>
          </a:p>
          <a:p>
            <a:pPr lvl="1"/>
            <a:r>
              <a:rPr lang="en-US" dirty="0"/>
              <a:t>Virtual </a:t>
            </a:r>
            <a:r>
              <a:rPr lang="en-US" dirty="0" err="1"/>
              <a:t>DOM’un</a:t>
            </a:r>
            <a:r>
              <a:rPr lang="en-US" dirty="0"/>
              <a:t> her </a:t>
            </a:r>
            <a:r>
              <a:rPr lang="en-US" dirty="0" err="1"/>
              <a:t>düğümü</a:t>
            </a:r>
            <a:r>
              <a:rPr lang="en-US" dirty="0"/>
              <a:t>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Fiber </a:t>
            </a:r>
            <a:r>
              <a:rPr lang="en-US" dirty="0" err="1"/>
              <a:t>nesnesi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temsil</a:t>
            </a:r>
            <a:r>
              <a:rPr lang="en-US" dirty="0"/>
              <a:t> </a:t>
            </a:r>
            <a:r>
              <a:rPr lang="en-US" dirty="0" err="1"/>
              <a:t>edilir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Fiber,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düğümün</a:t>
            </a:r>
            <a:r>
              <a:rPr lang="en-US" dirty="0"/>
              <a:t>: </a:t>
            </a:r>
            <a:r>
              <a:rPr lang="en-US" dirty="0" err="1"/>
              <a:t>Props’unu</a:t>
            </a:r>
            <a:r>
              <a:rPr lang="en-US" dirty="0"/>
              <a:t>, </a:t>
            </a:r>
            <a:r>
              <a:rPr lang="en-US" dirty="0" err="1"/>
              <a:t>State’ini</a:t>
            </a:r>
            <a:r>
              <a:rPr lang="en-US" dirty="0"/>
              <a:t>, </a:t>
            </a:r>
            <a:r>
              <a:rPr lang="en-US" dirty="0" err="1"/>
              <a:t>Çocuklarını</a:t>
            </a:r>
            <a:r>
              <a:rPr lang="en-US" dirty="0"/>
              <a:t>, </a:t>
            </a:r>
            <a:r>
              <a:rPr lang="en-US" dirty="0" err="1"/>
              <a:t>Önceliğini</a:t>
            </a:r>
            <a:r>
              <a:rPr lang="en-US" dirty="0"/>
              <a:t>, Hangi DOM </a:t>
            </a:r>
            <a:r>
              <a:rPr lang="en-US" dirty="0" err="1"/>
              <a:t>elemanına</a:t>
            </a:r>
            <a:r>
              <a:rPr lang="en-US" dirty="0"/>
              <a:t> </a:t>
            </a:r>
            <a:r>
              <a:rPr lang="en-US" dirty="0" err="1"/>
              <a:t>denk</a:t>
            </a:r>
            <a:r>
              <a:rPr lang="en-US" dirty="0"/>
              <a:t> </a:t>
            </a:r>
            <a:r>
              <a:rPr lang="en-US" dirty="0" err="1"/>
              <a:t>geldiğini</a:t>
            </a:r>
            <a:r>
              <a:rPr lang="en-US" dirty="0"/>
              <a:t> </a:t>
            </a:r>
            <a:r>
              <a:rPr lang="en-US" dirty="0" err="1"/>
              <a:t>saklar</a:t>
            </a:r>
            <a:r>
              <a:rPr lang="en-US" dirty="0"/>
              <a:t>.</a:t>
            </a:r>
          </a:p>
          <a:p>
            <a:r>
              <a:rPr lang="en-US" sz="2000" dirty="0"/>
              <a:t>3. React </a:t>
            </a:r>
            <a:r>
              <a:rPr lang="en-US" sz="2000" dirty="0" err="1"/>
              <a:t>iki</a:t>
            </a:r>
            <a:r>
              <a:rPr lang="en-US" sz="2000" dirty="0"/>
              <a:t> Virtual DOM </a:t>
            </a:r>
            <a:r>
              <a:rPr lang="en-US" sz="2000" dirty="0" err="1"/>
              <a:t>ağacını</a:t>
            </a:r>
            <a:r>
              <a:rPr lang="en-US" sz="2000" dirty="0"/>
              <a:t> </a:t>
            </a:r>
            <a:r>
              <a:rPr lang="en-US" sz="2000" dirty="0" err="1"/>
              <a:t>karşılaştırır</a:t>
            </a:r>
            <a:r>
              <a:rPr lang="en-US" sz="2000" dirty="0"/>
              <a:t> (diffing).</a:t>
            </a:r>
          </a:p>
          <a:p>
            <a:pPr lvl="1"/>
            <a:r>
              <a:rPr lang="en-US" dirty="0"/>
              <a:t>Bu </a:t>
            </a:r>
            <a:r>
              <a:rPr lang="en-US" dirty="0" err="1"/>
              <a:t>işlemi</a:t>
            </a:r>
            <a:r>
              <a:rPr lang="en-US" dirty="0"/>
              <a:t> Fiber </a:t>
            </a:r>
            <a:r>
              <a:rPr lang="en-US" dirty="0" err="1"/>
              <a:t>düğümleri</a:t>
            </a:r>
            <a:r>
              <a:rPr lang="en-US" dirty="0"/>
              <a:t>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yapar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Her Fiber </a:t>
            </a:r>
            <a:r>
              <a:rPr lang="en-US" dirty="0" err="1"/>
              <a:t>bir</a:t>
            </a:r>
            <a:r>
              <a:rPr lang="en-US" dirty="0"/>
              <a:t> “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paketi</a:t>
            </a:r>
            <a:r>
              <a:rPr lang="en-US" dirty="0"/>
              <a:t>” </a:t>
            </a:r>
            <a:r>
              <a:rPr lang="en-US" dirty="0" err="1"/>
              <a:t>gibidir</a:t>
            </a:r>
            <a:r>
              <a:rPr lang="en-US" dirty="0"/>
              <a:t> — </a:t>
            </a:r>
            <a:r>
              <a:rPr lang="en-US" dirty="0" err="1"/>
              <a:t>değişmişse</a:t>
            </a:r>
            <a:r>
              <a:rPr lang="en-US" dirty="0"/>
              <a:t> </a:t>
            </a:r>
            <a:r>
              <a:rPr lang="en-US" dirty="0" err="1"/>
              <a:t>güncellenir</a:t>
            </a:r>
            <a:r>
              <a:rPr lang="en-US" dirty="0"/>
              <a:t>, </a:t>
            </a:r>
            <a:r>
              <a:rPr lang="en-US" dirty="0" err="1"/>
              <a:t>değilse</a:t>
            </a:r>
            <a:r>
              <a:rPr lang="en-US" dirty="0"/>
              <a:t> </a:t>
            </a:r>
            <a:r>
              <a:rPr lang="en-US" dirty="0" err="1"/>
              <a:t>geçilir</a:t>
            </a:r>
            <a:r>
              <a:rPr lang="en-US" dirty="0"/>
              <a:t>.</a:t>
            </a:r>
          </a:p>
          <a:p>
            <a:r>
              <a:rPr lang="en-US" sz="2000" dirty="0"/>
              <a:t>4. Fiber </a:t>
            </a:r>
            <a:r>
              <a:rPr lang="en-US" sz="2000" dirty="0" err="1"/>
              <a:t>güncellemeleri</a:t>
            </a:r>
            <a:r>
              <a:rPr lang="en-US" sz="2000" dirty="0"/>
              <a:t> </a:t>
            </a:r>
            <a:r>
              <a:rPr lang="en-US" sz="2000" dirty="0" err="1"/>
              <a:t>planlar</a:t>
            </a:r>
            <a:r>
              <a:rPr lang="en-US" sz="2000" dirty="0"/>
              <a:t>.</a:t>
            </a:r>
          </a:p>
          <a:p>
            <a:pPr lvl="1"/>
            <a:r>
              <a:rPr lang="en-US" dirty="0" err="1"/>
              <a:t>Örneğin</a:t>
            </a:r>
            <a:r>
              <a:rPr lang="en-US" dirty="0"/>
              <a:t>, “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bileşen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önemli</a:t>
            </a:r>
            <a:r>
              <a:rPr lang="en-US" dirty="0"/>
              <a:t>, </a:t>
            </a:r>
            <a:r>
              <a:rPr lang="en-US" dirty="0" err="1"/>
              <a:t>hemen</a:t>
            </a:r>
            <a:r>
              <a:rPr lang="en-US" dirty="0"/>
              <a:t> </a:t>
            </a:r>
            <a:r>
              <a:rPr lang="en-US" dirty="0" err="1"/>
              <a:t>güncelle</a:t>
            </a:r>
            <a:r>
              <a:rPr lang="en-US" dirty="0"/>
              <a:t>;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diğeri</a:t>
            </a:r>
            <a:r>
              <a:rPr lang="en-US" dirty="0"/>
              <a:t> </a:t>
            </a:r>
            <a:r>
              <a:rPr lang="en-US" dirty="0" err="1"/>
              <a:t>bekleyebilir</a:t>
            </a:r>
            <a:r>
              <a:rPr lang="en-US" dirty="0"/>
              <a:t>” der.</a:t>
            </a:r>
          </a:p>
          <a:p>
            <a:pPr lvl="1"/>
            <a:r>
              <a:rPr lang="en-US" dirty="0" err="1"/>
              <a:t>Böylece</a:t>
            </a:r>
            <a:r>
              <a:rPr lang="en-US" dirty="0"/>
              <a:t> React </a:t>
            </a:r>
            <a:r>
              <a:rPr lang="en-US" dirty="0" err="1"/>
              <a:t>uzun</a:t>
            </a:r>
            <a:r>
              <a:rPr lang="en-US" dirty="0"/>
              <a:t> render </a:t>
            </a:r>
            <a:r>
              <a:rPr lang="en-US" dirty="0" err="1"/>
              <a:t>işlemlerini</a:t>
            </a:r>
            <a:r>
              <a:rPr lang="en-US" dirty="0"/>
              <a:t> </a:t>
            </a:r>
            <a:r>
              <a:rPr lang="en-US" dirty="0" err="1"/>
              <a:t>kesip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devam</a:t>
            </a:r>
            <a:r>
              <a:rPr lang="en-US" dirty="0"/>
              <a:t> </a:t>
            </a:r>
            <a:r>
              <a:rPr lang="en-US" dirty="0" err="1"/>
              <a:t>edebilir</a:t>
            </a:r>
            <a:r>
              <a:rPr lang="en-US" dirty="0"/>
              <a:t>.</a:t>
            </a:r>
          </a:p>
          <a:p>
            <a:endParaRPr lang="en-US" sz="1700" dirty="0"/>
          </a:p>
        </p:txBody>
      </p:sp>
      <p:sp>
        <p:nvSpPr>
          <p:cNvPr id="5" name="Shape 267">
            <a:extLst>
              <a:ext uri="{FF2B5EF4-FFF2-40B4-BE49-F238E27FC236}">
                <a16:creationId xmlns:a16="http://schemas.microsoft.com/office/drawing/2014/main" id="{0EEF7A2E-1F17-F548-0EA5-B7592DB3FA3F}"/>
              </a:ext>
            </a:extLst>
          </p:cNvPr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6444BC-24A3-1B7C-362F-CEA0AA6EA9FA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1210099460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Custom 1">
      <a:dk1>
        <a:srgbClr val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-110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Designs\Network Blitz.pot</Template>
  <TotalTime>21533</TotalTime>
  <Words>3334</Words>
  <Application>Microsoft Macintosh PowerPoint</Application>
  <PresentationFormat>On-screen Show (4:3)</PresentationFormat>
  <Paragraphs>398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AnonymousPro</vt:lpstr>
      <vt:lpstr>Arial</vt:lpstr>
      <vt:lpstr>Tahoma</vt:lpstr>
      <vt:lpstr>Times</vt:lpstr>
      <vt:lpstr>Blank Presentation</vt:lpstr>
      <vt:lpstr>PowerPoint Presentation</vt:lpstr>
      <vt:lpstr>Giriş</vt:lpstr>
      <vt:lpstr>Giriş</vt:lpstr>
      <vt:lpstr>Giriş</vt:lpstr>
      <vt:lpstr>Kurulum</vt:lpstr>
      <vt:lpstr>Kurulum</vt:lpstr>
      <vt:lpstr>Kurulum</vt:lpstr>
      <vt:lpstr>Kurulum </vt:lpstr>
      <vt:lpstr>Dosya Yapısı</vt:lpstr>
      <vt:lpstr>Dosya Yapısı</vt:lpstr>
      <vt:lpstr>Dosya Yapısı</vt:lpstr>
      <vt:lpstr>Dosya Yapısı</vt:lpstr>
      <vt:lpstr>Linting</vt:lpstr>
      <vt:lpstr>JSX</vt:lpstr>
      <vt:lpstr>JSX</vt:lpstr>
      <vt:lpstr>JSX</vt:lpstr>
      <vt:lpstr>JSX</vt:lpstr>
      <vt:lpstr>JSX</vt:lpstr>
      <vt:lpstr>JSX</vt:lpstr>
      <vt:lpstr>JSX</vt:lpstr>
      <vt:lpstr>JSX</vt:lpstr>
      <vt:lpstr>JSX</vt:lpstr>
      <vt:lpstr>Listeler</vt:lpstr>
      <vt:lpstr>Listeler</vt:lpstr>
      <vt:lpstr>Bileşen Oluşturma</vt:lpstr>
      <vt:lpstr>Bileşen Oluşturma</vt:lpstr>
      <vt:lpstr>Bileşen Oluşturma</vt:lpstr>
      <vt:lpstr>Bileşen Oluşturma</vt:lpstr>
      <vt:lpstr>Bileşen Oluşturma</vt:lpstr>
      <vt:lpstr>Bileşen Oluşturma</vt:lpstr>
      <vt:lpstr>React DOM</vt:lpstr>
      <vt:lpstr>React DOM</vt:lpstr>
      <vt:lpstr>React DOM</vt:lpstr>
      <vt:lpstr>React DOM</vt:lpstr>
      <vt:lpstr>React DOM</vt:lpstr>
      <vt:lpstr>React DOM</vt:lpstr>
      <vt:lpstr>Virtual DOM</vt:lpstr>
      <vt:lpstr>Virtual DOM</vt:lpstr>
      <vt:lpstr>Virtual DOM</vt:lpstr>
      <vt:lpstr>Virtual DOM ve Fiber İlişkisi</vt:lpstr>
    </vt:vector>
  </TitlesOfParts>
  <Company>TEES Communications Division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Amy Yarbrough</dc:creator>
  <cp:lastModifiedBy>Asım Sinan Yüksel</cp:lastModifiedBy>
  <cp:revision>3106</cp:revision>
  <cp:lastPrinted>1999-07-13T10:45:18Z</cp:lastPrinted>
  <dcterms:created xsi:type="dcterms:W3CDTF">1999-06-28T14:13:43Z</dcterms:created>
  <dcterms:modified xsi:type="dcterms:W3CDTF">2025-10-14T07:32:55Z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